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1"/>
  </p:notesMasterIdLst>
  <p:sldIdLst>
    <p:sldId id="256" r:id="rId2"/>
    <p:sldId id="257" r:id="rId3"/>
    <p:sldId id="361" r:id="rId4"/>
    <p:sldId id="373" r:id="rId5"/>
    <p:sldId id="387" r:id="rId6"/>
    <p:sldId id="405" r:id="rId7"/>
    <p:sldId id="407" r:id="rId8"/>
    <p:sldId id="386" r:id="rId9"/>
    <p:sldId id="374" r:id="rId10"/>
    <p:sldId id="377" r:id="rId11"/>
    <p:sldId id="378" r:id="rId12"/>
    <p:sldId id="379" r:id="rId13"/>
    <p:sldId id="380" r:id="rId14"/>
    <p:sldId id="381" r:id="rId15"/>
    <p:sldId id="382" r:id="rId16"/>
    <p:sldId id="383" r:id="rId17"/>
    <p:sldId id="384" r:id="rId18"/>
    <p:sldId id="406" r:id="rId19"/>
    <p:sldId id="408" r:id="rId20"/>
    <p:sldId id="415" r:id="rId21"/>
    <p:sldId id="409" r:id="rId22"/>
    <p:sldId id="410" r:id="rId23"/>
    <p:sldId id="411" r:id="rId24"/>
    <p:sldId id="412" r:id="rId25"/>
    <p:sldId id="414" r:id="rId26"/>
    <p:sldId id="413" r:id="rId27"/>
    <p:sldId id="416" r:id="rId28"/>
    <p:sldId id="385" r:id="rId29"/>
    <p:sldId id="399" r:id="rId30"/>
    <p:sldId id="388" r:id="rId31"/>
    <p:sldId id="389" r:id="rId32"/>
    <p:sldId id="391" r:id="rId33"/>
    <p:sldId id="392" r:id="rId34"/>
    <p:sldId id="390" r:id="rId35"/>
    <p:sldId id="393" r:id="rId36"/>
    <p:sldId id="394" r:id="rId37"/>
    <p:sldId id="395" r:id="rId38"/>
    <p:sldId id="396" r:id="rId39"/>
    <p:sldId id="400" r:id="rId40"/>
    <p:sldId id="401" r:id="rId41"/>
    <p:sldId id="402" r:id="rId42"/>
    <p:sldId id="403" r:id="rId43"/>
    <p:sldId id="404" r:id="rId44"/>
    <p:sldId id="376" r:id="rId45"/>
    <p:sldId id="397" r:id="rId46"/>
    <p:sldId id="398" r:id="rId47"/>
    <p:sldId id="417" r:id="rId48"/>
    <p:sldId id="260" r:id="rId49"/>
    <p:sldId id="261" r:id="rId5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11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pos="665" userDrawn="1">
          <p15:clr>
            <a:srgbClr val="A4A3A4"/>
          </p15:clr>
        </p15:guide>
        <p15:guide id="6" pos="892" userDrawn="1">
          <p15:clr>
            <a:srgbClr val="A4A3A4"/>
          </p15:clr>
        </p15:guide>
        <p15:guide id="7" pos="1118" userDrawn="1">
          <p15:clr>
            <a:srgbClr val="A4A3A4"/>
          </p15:clr>
        </p15:guide>
        <p15:guide id="8" pos="1345" userDrawn="1">
          <p15:clr>
            <a:srgbClr val="A4A3A4"/>
          </p15:clr>
        </p15:guide>
        <p15:guide id="9" pos="1572" userDrawn="1">
          <p15:clr>
            <a:srgbClr val="A4A3A4"/>
          </p15:clr>
        </p15:guide>
        <p15:guide id="10" pos="1799" userDrawn="1">
          <p15:clr>
            <a:srgbClr val="A4A3A4"/>
          </p15:clr>
        </p15:guide>
        <p15:guide id="11" pos="2026" userDrawn="1">
          <p15:clr>
            <a:srgbClr val="A4A3A4"/>
          </p15:clr>
        </p15:guide>
        <p15:guide id="12" pos="2252" userDrawn="1">
          <p15:clr>
            <a:srgbClr val="A4A3A4"/>
          </p15:clr>
        </p15:guide>
        <p15:guide id="13" pos="2479" userDrawn="1">
          <p15:clr>
            <a:srgbClr val="A4A3A4"/>
          </p15:clr>
        </p15:guide>
        <p15:guide id="14" pos="2706" userDrawn="1">
          <p15:clr>
            <a:srgbClr val="A4A3A4"/>
          </p15:clr>
        </p15:guide>
        <p15:guide id="15" pos="2933" userDrawn="1">
          <p15:clr>
            <a:srgbClr val="A4A3A4"/>
          </p15:clr>
        </p15:guide>
        <p15:guide id="16" pos="3160" userDrawn="1">
          <p15:clr>
            <a:srgbClr val="A4A3A4"/>
          </p15:clr>
        </p15:guide>
        <p15:guide id="17" pos="3386" userDrawn="1">
          <p15:clr>
            <a:srgbClr val="A4A3A4"/>
          </p15:clr>
        </p15:guide>
        <p15:guide id="19" pos="4067" userDrawn="1">
          <p15:clr>
            <a:srgbClr val="A4A3A4"/>
          </p15:clr>
        </p15:guide>
        <p15:guide id="20" pos="4294" userDrawn="1">
          <p15:clr>
            <a:srgbClr val="A4A3A4"/>
          </p15:clr>
        </p15:guide>
        <p15:guide id="21" pos="4520" userDrawn="1">
          <p15:clr>
            <a:srgbClr val="A4A3A4"/>
          </p15:clr>
        </p15:guide>
        <p15:guide id="22" pos="4747" userDrawn="1">
          <p15:clr>
            <a:srgbClr val="A4A3A4"/>
          </p15:clr>
        </p15:guide>
        <p15:guide id="23" pos="4974" userDrawn="1">
          <p15:clr>
            <a:srgbClr val="A4A3A4"/>
          </p15:clr>
        </p15:guide>
        <p15:guide id="24" pos="5201" userDrawn="1">
          <p15:clr>
            <a:srgbClr val="A4A3A4"/>
          </p15:clr>
        </p15:guide>
        <p15:guide id="25" pos="5428" userDrawn="1">
          <p15:clr>
            <a:srgbClr val="A4A3A4"/>
          </p15:clr>
        </p15:guide>
        <p15:guide id="26" pos="5654" userDrawn="1">
          <p15:clr>
            <a:srgbClr val="A4A3A4"/>
          </p15:clr>
        </p15:guide>
        <p15:guide id="27" pos="5881" userDrawn="1">
          <p15:clr>
            <a:srgbClr val="A4A3A4"/>
          </p15:clr>
        </p15:guide>
        <p15:guide id="28" pos="6108" userDrawn="1">
          <p15:clr>
            <a:srgbClr val="A4A3A4"/>
          </p15:clr>
        </p15:guide>
        <p15:guide id="29" pos="6335" userDrawn="1">
          <p15:clr>
            <a:srgbClr val="A4A3A4"/>
          </p15:clr>
        </p15:guide>
        <p15:guide id="30" pos="6562" userDrawn="1">
          <p15:clr>
            <a:srgbClr val="A4A3A4"/>
          </p15:clr>
        </p15:guide>
        <p15:guide id="31" pos="6788" userDrawn="1">
          <p15:clr>
            <a:srgbClr val="A4A3A4"/>
          </p15:clr>
        </p15:guide>
        <p15:guide id="32" pos="7015" userDrawn="1">
          <p15:clr>
            <a:srgbClr val="A4A3A4"/>
          </p15:clr>
        </p15:guide>
        <p15:guide id="33" pos="7265" userDrawn="1">
          <p15:clr>
            <a:srgbClr val="A4A3A4"/>
          </p15:clr>
        </p15:guide>
        <p15:guide id="34" pos="7469" userDrawn="1">
          <p15:clr>
            <a:srgbClr val="A4A3A4"/>
          </p15:clr>
        </p15:guide>
        <p15:guide id="35" orient="horz" pos="96" userDrawn="1">
          <p15:clr>
            <a:srgbClr val="A4A3A4"/>
          </p15:clr>
        </p15:guide>
        <p15:guide id="36" orient="horz" pos="346" userDrawn="1">
          <p15:clr>
            <a:srgbClr val="A4A3A4"/>
          </p15:clr>
        </p15:guide>
        <p15:guide id="37" orient="horz" pos="572" userDrawn="1">
          <p15:clr>
            <a:srgbClr val="A4A3A4"/>
          </p15:clr>
        </p15:guide>
        <p15:guide id="38" orient="horz" pos="799" userDrawn="1">
          <p15:clr>
            <a:srgbClr val="A4A3A4"/>
          </p15:clr>
        </p15:guide>
        <p15:guide id="39" orient="horz" pos="1026" userDrawn="1">
          <p15:clr>
            <a:srgbClr val="A4A3A4"/>
          </p15:clr>
        </p15:guide>
        <p15:guide id="40" orient="horz" pos="1253" userDrawn="1">
          <p15:clr>
            <a:srgbClr val="A4A3A4"/>
          </p15:clr>
        </p15:guide>
        <p15:guide id="41" orient="horz" pos="1480" userDrawn="1">
          <p15:clr>
            <a:srgbClr val="A4A3A4"/>
          </p15:clr>
        </p15:guide>
        <p15:guide id="42" orient="horz" pos="1706" userDrawn="1">
          <p15:clr>
            <a:srgbClr val="A4A3A4"/>
          </p15:clr>
        </p15:guide>
        <p15:guide id="43" orient="horz" pos="1933" userDrawn="1">
          <p15:clr>
            <a:srgbClr val="A4A3A4"/>
          </p15:clr>
        </p15:guide>
        <p15:guide id="44" orient="horz" pos="2387" userDrawn="1">
          <p15:clr>
            <a:srgbClr val="A4A3A4"/>
          </p15:clr>
        </p15:guide>
        <p15:guide id="45" orient="horz" pos="2614" userDrawn="1">
          <p15:clr>
            <a:srgbClr val="A4A3A4"/>
          </p15:clr>
        </p15:guide>
        <p15:guide id="46" orient="horz" pos="2840" userDrawn="1">
          <p15:clr>
            <a:srgbClr val="A4A3A4"/>
          </p15:clr>
        </p15:guide>
        <p15:guide id="47" orient="horz" pos="3294" userDrawn="1">
          <p15:clr>
            <a:srgbClr val="A4A3A4"/>
          </p15:clr>
        </p15:guide>
        <p15:guide id="49" orient="horz" pos="3521" userDrawn="1">
          <p15:clr>
            <a:srgbClr val="A4A3A4"/>
          </p15:clr>
        </p15:guide>
        <p15:guide id="50" orient="horz" pos="3725" userDrawn="1">
          <p15:clr>
            <a:srgbClr val="A4A3A4"/>
          </p15:clr>
        </p15:guide>
        <p15:guide id="51" orient="horz" pos="3974" userDrawn="1">
          <p15:clr>
            <a:srgbClr val="A4A3A4"/>
          </p15:clr>
        </p15:guide>
        <p15:guide id="52" orient="horz" pos="4201" userDrawn="1">
          <p15:clr>
            <a:srgbClr val="A4A3A4"/>
          </p15:clr>
        </p15:guide>
        <p15:guide id="53" orient="horz" pos="30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5BA21-5682-46A2-9AA8-6265B5233D61}" v="87" dt="2021-09-18T18:30:46.1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6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984" y="288"/>
      </p:cViewPr>
      <p:guideLst>
        <p:guide orient="horz" pos="2160"/>
        <p:guide pos="3840"/>
        <p:guide pos="211"/>
        <p:guide pos="438"/>
        <p:guide pos="665"/>
        <p:guide pos="892"/>
        <p:guide pos="1118"/>
        <p:guide pos="1345"/>
        <p:guide pos="1572"/>
        <p:guide pos="1799"/>
        <p:guide pos="2026"/>
        <p:guide pos="2252"/>
        <p:guide pos="2479"/>
        <p:guide pos="2706"/>
        <p:guide pos="2933"/>
        <p:guide pos="3160"/>
        <p:guide pos="3386"/>
        <p:guide pos="4067"/>
        <p:guide pos="4294"/>
        <p:guide pos="4520"/>
        <p:guide pos="4747"/>
        <p:guide pos="4974"/>
        <p:guide pos="5201"/>
        <p:guide pos="5428"/>
        <p:guide pos="5654"/>
        <p:guide pos="5881"/>
        <p:guide pos="6108"/>
        <p:guide pos="6335"/>
        <p:guide pos="6562"/>
        <p:guide pos="6788"/>
        <p:guide pos="7015"/>
        <p:guide pos="7265"/>
        <p:guide pos="7469"/>
        <p:guide orient="horz" pos="96"/>
        <p:guide orient="horz" pos="346"/>
        <p:guide orient="horz" pos="572"/>
        <p:guide orient="horz" pos="799"/>
        <p:guide orient="horz" pos="1026"/>
        <p:guide orient="horz" pos="1253"/>
        <p:guide orient="horz" pos="1480"/>
        <p:guide orient="horz" pos="1706"/>
        <p:guide orient="horz" pos="1933"/>
        <p:guide orient="horz" pos="2387"/>
        <p:guide orient="horz" pos="2614"/>
        <p:guide orient="horz" pos="2840"/>
        <p:guide orient="horz" pos="3294"/>
        <p:guide orient="horz" pos="3521"/>
        <p:guide orient="horz" pos="3725"/>
        <p:guide orient="horz" pos="3974"/>
        <p:guide orient="horz" pos="4201"/>
        <p:guide orient="horz" pos="30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6-27T15:06:30.55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16942 14784 0,'-25'0'109,"0"0"-46,0 0-32,0 0 0,1 0-15,-1 0 0,25 24-16,-25-24 15,0 0 17,0 25-17,25 0 1,-24-25-1,-1 0 1,25 25-16,-25-25 31,0 25-15,25-1 15,0 1-15,-25-25-1,1 0 1,24 25 0,0 0-1,0 0 17,-25-25-17,25 49 1,0-24-1,0 0 1,-25 0 0,25-1-1,0 1 1,0 0 0,0 0-1,0 0 16,0-1-15,0 1 15,0 0-15,0 0 0,0 0 15,0 0 0,0-1-15,0 1-1,0 0 1,0 0 0,0 0-1,0-1 1,0 1-1,0 0 1,25-25 0,0 50-1,-1-26 1,1 1 15,-25 0-15,25 0-1,0 0 1,0-25 0,-1 24-1,-24 1-15,25 0 16,0-25 0,0 0-1,-25 25 1,25-25-16,-1 0 31,-24 25-15,25-25-1,0 24 1,0-24 15,24 25-15,1-25-1,-25 25 1,0-25 0,-1 0-1,1 0 1,0 0 0,0 25-1,0-25 1,-1 0-1,1 0-15,0 0 16,25 0 0,-1 0-1,1 0 17,74 0-17,-99 0 1,0 0-16,24 0 15,26 25 1,-51-25 0,26 0-1,24 0 1,-49 0 0,25 0-1,-1 0 1,-24 0-1,0 0 1,0 0 0,0 0 15,-1 0-15,1 0 312,0 0-297,0 0-15,0 0-16,-1 0 15,1 0 16,0 0-15,0 0 0,0 0-1,-1 0 1,26 0 0,-25 0-1,0 0 1,24 0-1,-24 0-15,0 0 16,25 0 0,-26 0-1,1-25 1,0 25 0,0 0 15,0-25-16,-1 25 17,-24-25-1,25 25 0,-25-25-15,25 1-1,-25-1 17,25 25-32,-25-25 15,25 0 1,-25 0-16,0 1 16,0-26-1,24 25 1,-24-24-1,0-26 1,0 50 0,0-24-1,0-1 1,0 1 15,0-26-15,25 25-1,-25 26 1,0-26 0,0 25-1,0 0-15,0 1 16,0-1 0,0 0-1,0 0 1,0 0-1,0 1 1,0-1 0,0 0-1,-25 0 17,1 0-1,-1 1-16,0-1 1,0 25-16,0-25 16,1 0-1,-1 25 1,-25-25 0,1 25-1,24 0 1,0 0-16,0-24 15,0 24 1,0 0 0,-24-25 15,24 25-15,-25 0-1,26 0 1,-1 0-16,0 0 15,0 0 1,-24 0 0,24 0-1,-25 0 1,25 0 0,1 0-16,-1 0 15,-25 0 1,25 0-1,1 0 1,-1 0 0,0 0-1,0 0 17,-49 0-17,49 0 1,-25 0-1,26 0 1,-26 0 0,-24 0-1,49 0 17,0 0-32,-25 0 15,25 0 1,1 0-1,-1 0 1,0 0 0,0 0-1,0 0 1,1 0 0,-1 0 15,0 0-16,0 25 17,0-25-17,1 24 1,-1-24 0,0 0-1,0 0 1,0 0-1,1 0 1,-1 0 15,0 0-31,0 0 63,0 0-1,25 25 141</inkml:trace>
  <inkml:trace contextRef="#ctx0" brushRef="#br0" timeOffset="19901.54">18901 15156 0,'25'0'125,"0"0"-47,0 0-16,-1 0 1,1 0-32,0 0 0,0 0 1,0 0-17,-1 0 1,1 0 15,0 0-15,0 0-1,0 0 1,-1 0 15,1 0-15,0 0-1,0 0 1,0 0 0,-1 0-1,1 0 1,0 0 0,0 0-1,24 0 1,-24 0-1,0 0 1,0 0 0,0 0-16,0 0 31,-1 0-15,1 0-1,0 0 1,0 0-1,0 0 17,-1 0 436,1 0-452,0 0-16,0 0 16,0 0-1,-1 0 1,1-25-16,0 25 16,25 0-1,-26 0 1,26 0-1,-25 0 1,24 0 0,-24 0-1,50 0 17,-51-25-17,51 25 1,-26 0-1,26 0 1,-1 0 0,-49 0-1,25 0-15,-26 0 16,26 0 0,-25 0-1,25 0 1,-1 0-1,1 0 1,-1 0 0,1 0 15,0 0-15,-1-25-1,-24 25 1,49 0-1,-24 0 1,-25 0 0,0 0-1,24 0 1,-24 0 0,25 0-1,-26 0 1,26 0-1,49 0 1,-49 0 0,-1 0 15,26 0-15,-25 0-1,-26 0-15,26 0 31,-25 0-15,0 0 0,-1 0-1,26 0 1,-25 0 0,0 0-1,24 0 1,-24 0-1,0 0 17,0 0-1,-1 0-15,1 0 437,0 0-438,0 0 1,0 0-16,-1 0 16,1 0-1,0 0 1,0 0-1,0 0 1,-1 0 0,1 0-1,0 0 1,0 0 0,0 0-1,-1 0-15,1 0 16,0 0-1,25 0 1,-26 0 0,26 0 15,-25 0-15,25 0 15,-26 0-16,1 0 1,0 0 31,0 0-31,0 0-1,-1 0 1,1 0-1,0 0 1,0 0 0,0 0-1,-1 0 1,1 0 0,0 0-1,0 0 1,24 0-1,-24 0 1,0 0 0,25 0-1,-26 0 1,26 0 0,0 0-1,-1 0 1,1 0-1,-1 0 1,1 0 0,-25 0 15,0 0 0,-1 0 0,1 0-15,0 0 0,0 0-1,0 0 1,-1 0 0,1 0 15,0 0-16,0 0 1,0 0-16,0 0 16,-1 0-1,26 0 1,0 0 15,-26 0-15,1 0-16,25 0 15,-25 0 1,-1 0 0,1 0-1,0 0 1,0 0 0,0 0 15,-1 0 63,1 0-79,0 0 48,0 0-32,0 0 16,-1 0-16,1 0-15,0 0-1,0 0 1,0 0 0,-1 0 15,1 0-16,0 0 17,0 0-17,0 0 17,-1 0-17,-24 25 1,25-25-1,0 25-15,0-25 16,0 0 15,-1 0 1,1 0-17,0 0 1,0 0-1,0 0 17,0 0 30,-1 0-31,-24-25 1063,-24 25-1078,24-25 31</inkml:trace>
  <inkml:trace contextRef="#ctx0" brushRef="#br0" timeOffset="23769.38">9252 17413 0,'25'0'156,"0"0"-140,24 0-1,-24 0 17,0 0-32,0 0 15,49 0 1,-24 0 0,-1 0-1,-24 0 1,25 0-1,-1 0 1,-24 0 0,50 0-1,24 0 1,-25 0 0,26 0-1,-51 0 1,-24 0-1,25 0-15,-26 0 16,1 0 15,25 0-15,-1 0 0,1 0-1,0-25 1,-26 25-16,51-25 15,-50 25 1,49 0 0,-24 0-1,-1 0 1,1 0-16,-1 0 16,1 0-1,74-25 1,-99 25-1,24 0 1,1 0 0,-25 0 15,25 0-15,-26 0-1,26-24 1,-25 24-1,24 0 1,-24 0 0,25 0-1,-25 0 1,-1 0-16,1 0 16,25 0-1,-1 0 1,1 0-1,0 0 1,-26 0 0,26 0 15,0 0 0,-26 0-15,1 0-1,0 0-15,0 0 32,0 0-17,-1 0 1,1 0 0,0 0-1,0 0 1,0 0-1,-1 0 1,26 0 0,-25 0 15,0 0-15,0 0 15,24 0-16,1 0 1,-25 0 0,-1 0-1,1 0 17</inkml:trace>
  <inkml:trace contextRef="#ctx0" brushRef="#br0" timeOffset="30231.35">18852 15751 0,'24'0'282,"1"0"-267,0 0 1,0 0 0,0 0-16,24 0 15,-24 0 1,49 0-1,-24 25 1,0-25 0,24 0-1,0 0 1,-24 25 15,0-25-31,-26 0 16,26 24-1,-25-24 1,0 0 0,24 0-1,-24 0 1,0 0 0,25 0-16,-26 0 15,1 0 1,0 0-1,0 0 1,0 0 0,24 0 15,-24 0-15,0 0-1,0 0 360,-1-24-359,1 24-1,0 0-15,25 0 16,-1 0 0,1 0-1,-1 0 17,1 0-17,24 0 1,-49 0-1,0 0-15,49 0 16,-24 0 0,0 0-1,-1 0 1,1 0 0,49 0-1,-24 0 1,-1 0-1,25 0 1,-49 0 0,-1 0 15,-24 0-15,25 0-1,-25 0-15,-1 0 16,1 0-1,50 0 1,-1-25 0,-24 25-1,24 0 1,-24 0 0,-26 0-1,26 0 1,0 0-1,-1 0 1,-24 0 0,50 0 15,-26 0-15,26 0-1,-26 0 1,-24 0-1,25 0 1,24-25 0,-24 25-1,-1 0 1,1 0 0,-25 0-1,-1 0 1,1 0-1,-25-25 314,25 25-314,0-25-15,0 25 16,49-24-1,-24-1 1,24 25 0,-24 0-1,-1 0 1,1 0 0,49 0-1,-74-25-15,49 25 16,26-25-1,-51 25 1,26 0 0,-1 0 15,25 0-15,-24 0-1,-1 0 1,25 0-1,-24 0 1,24 0 0,-25 0-1,-24 0 1,-25 0 0,24 0-1,-24 0 1,0 0-1,0 0 1,0 0 0,-1 0 15,26 0-15,-25 0-1,0 0 1,-1 0-1,26 0 17,-25 0-17,0 0 1,-1 0 15,1 0-31,0 0 16,0 0 15,0 0-15,-1 0-16,1 0 31,0 0-15,0 0-1,0 0 1,-1 0-1,1 0 1,0 0 0,0 0-1,0 0 1,-1 0 0,1 0 15,0 0 0,0 0 110,0 0-94,0 0 46</inkml:trace>
  <inkml:trace contextRef="#ctx0" brushRef="#br0" timeOffset="36443.47">8632 18752 0,'25'0'172,"0"25"-172,-1-25 15,26 0-15,0 0 16,-1 0 0,1 25-1,-25-25-15,24 25 16,-24-25 0,25 0-1,-1 0 1,1 0-1,0 0 1,-1 0 0,1 0-1,-1 0 1,1 0 0,-25 0-1,0 0 376,24 0-376,1 0 1,-25 0-16,-1 0 16,76 0-1,-51 0 1,26 0 0,-51 0-16,1 0 15,0 0 1,25 0-1,-1 0 1,-24 0 15,25 0-31,-25 0 32,24 0-17,-24 0 1,0 0-1,0 0 1,24 0 0,1 0 15,-25 0-31,-1 0 16,1 0-1,25 0 1,-25 0-1,24 0 1,26 0 0,-51 0-1,51 0 17,-26 0-17,26 0 1,-1 0-1,25 0 1,-24 0 0,-50 0-16,49 0 15,-24 0 1,-1 0 0,-24 0-1,0 0 1,25 0-1,-26 0 1,1 0-16,25 0 16,-25 0 15,24 0-15,26 0-1,-26 0 1,-24 0-1,25 0-15,-1 0 16,1 0 0,-1 0-1,-24 0 1,25 0 0,-25 0-1,24 0 1,26 0-1,-51 0 1,26 0 15,-25 0 1,0 0-17,0 0 1,-1 0 15,-24-25 110,0 0-110,0 0-15,0 1-1,0-1 1,0 0-1,0 0 1,0-24 0,0 24-1,0 0 17,0 0-1</inkml:trace>
  <inkml:trace contextRef="#ctx0" brushRef="#br1" timeOffset="58388.71">16966 16222 0,'-49'0'16,"24"0"-1,25-25 16,-25 25-31,0 0 32,1 0-17,-1 0 17,0 0-17,0 25 16,0 0-15,1-25 0,24 25-16,-25 0 15,0-1 17,0-24-17,25 50 1,0-25-1,-25-25 1,25 25 0,0 0-1,0-1 17,0 1-1,0 0-16,0 0 1,0 0 0,0-1-1,0 1 17,0 0-1,0 0-16,25 0 1,0-1 0,0 1-1,24 0 1,-24 0 0,-25 0-16,50-25 15,-25 24 1,-1 1-1,1-25 1,25 0 15,-25 25-15,-1-25 0,26 25-1,-25-25 1,0 0-1,-1 0 1,1 25 0,0-25-1,0 24 1,24-24 0,-24 0 15,-25 25-16,25-25 1,0 0 0,0 0 15,-1 0-31,1 0 16,0 0-1,0 0 1,24 0-1,-24 0 1,25 0 0,0 0-1,-26 0 1,1 0 0,25 0 15,-25 0-16,-1 0 1,26 0 0,-25 0 15,0 0-15,-1 0 15,1 0 31,0 0-46,0 0 0,0 0-1,-1 0 1,1 0-16,0 0 15,25 0 1,-26 0 0,1 0-1,0 0 17,0 0-17,0 0 1,-1 0-1,26 0 1,0 0 0,-1 0-1,-24 0 1,0 0 0,0 0-1,-1 0 1,-24-25-1,25 25 1,0-24 0,0 24-1,0-25 17,0 25-17,-25-25 1,24 25-1,-24-25 1,25 0 0,0 25-16,0-24 15,-25-1 1,25 0 0,24 0-1,-24 0 1,0 1-1,24-1 17,-49 0-17,25 0 1,0 0 0,-25 1-1,25-1 1,0 0-1,-25-25 1,0 1 0,0 24-1,0-25 1,0 25 0,0-24 15,0 24-16,0 0 17,0 0-17,0 1 1,0-1 15,-25 0 0,0 0-15,0 0 0,0 1-1,1 24 1,-1 0 0,0-25-1,0 25-15,0 0 16,1 0-1,-1 0 1,-25 0 15,25-25-15,-49 25 0,49 0-1,-25 0 1,-24 0-1,24 0 1,26 0 0,-26 0-1,25 0-15,0 0 16,-24 0 0,-1 0-1,1 25 1,-1-25-1,25 0 1,-24 25 0,-26-25 15,50 0-15,-24 24-1,-1-24 1,-24 25-1,49-25 1,0 0 0,0 0-16,-24 0 15,24 0 1,0 0 0,-25 25-1,1-25 1,24 0-1,0 0 1,-24 0-16,24 0 31,-25 0-15,25 0 0,1 0-1,-1 0 1,0 0-1,-25 50 1,26-50 0,-1 0-1,0 0 17,0 0-17,0 24 1,1-24-1,-1 0 1,0 0 15,0 0-15,0 0 62,25 25-15,-24-25-1</inkml:trace>
  <inkml:trace contextRef="#ctx0" brushRef="#br1" timeOffset="71437.6">18827 16297 0,'25'0'203,"-1"0"-187,26 0-16,0 0 16,-26 0-16,26 0 15,49 0 1,-24 24-1,-26-24-15,26 0 16,-51 25 0,26-25-1,-25 0 1,24 0 0,-24 0 15,0 0-16,0 0 17,0 0-32,0 0 31,-1 0-15,1 0-1,0 0 1,0 0-1,0 0 17,-1 0-17,1 0 1,0 0 0,0 0-1,24 0 1,-24 0-16,25 0 31,-25 0 0,-1 0-15,1 0 0,0 0-1,0 0 1,0-25-16,-1 25 15,1 0 1,25 0 0,-25 0-1,-1 0 1,1 0 0,0 0 15,25-24 344,-1 24-375,1 0 0,74-50 31,-50 25-31,50 0 16,-49 25-16,74-24 15,-25 24 1,0-25 0,-25 0-1,74 25 1,-98 0-1,148-25 1,-74 25 15,-75 0-15,-24 0 0,24 0-1,1 0 1,-1-25-1,-24 25 1,-1 0 0,26 0-1,-26 0 1,26 0 0,-26 0-1,1 0-15,0 0 16,-1 0-1,1 0 17,0 0-17,-1 0 1,26 0 0,-1 0-1,75 0 1,-75 0-1,25 25 1,-49-25 0,24 0-1,-74 25-15,50-25 16,24 0 0,-49 25-1,25 0 1,-25-25-1,49 24 17,-49-24-17,0 0 1,0 0 0,-1 0-1,1 25 1,0-25-1,25 0 17,-26 0-17,1 0 1,25 0 0,-25 0-1,-1 0 1,26 0-1,-25 0 1,0 0-16,49 0 31,-49 0-15,0 0 0,24 0-1,-24 0 1,0 0-1,0 0 1,-1 0 0,1 0 15,0 0 16,0 0 15,0 0 1</inkml:trace>
  <inkml:trace contextRef="#ctx0" brushRef="#br1" timeOffset="76184.77">1166 17487 0,'0'-25'16,"0"1"31,25 24-16,-1 0-15,1 0-16,0 0 15,0 0 1,0 0-16,24-25 16,1 25-1,49-25 1,-25 25 0,75 0-1,-49 0 1,-26 0-1,25-25 1,0 25 0,-49-25-1,24 25 1,1 0 0,-1 0-1,-24 0 1,-1 0-1,-24 0 1,25-24-16,24 24 31,-24 0-15,0 0 0,24 0-1,-24 0 1,24-25-1,50 25 1,-50 0 0,1 0-1,24 0 1,-25 0 0,1 0-1,49 0 1,-50 0-1,50 0 1,-24 0 0,-1 0 15,-25 0-15,1 0-1,-1 0 1,-24 0-1,24 0 1,-24 0 0,-1 0-1,-24 0 1,0 0-16,0 0 16,-1 0-1,1 0 1,0 0-1,0-25 17,0 25-32,-1 0 31,26 0-15,-25 0-1,0 0 1,-1 0 15,1 0 0,0 0 1</inkml:trace>
  <inkml:trace contextRef="#ctx0" brushRef="#br1" timeOffset="82195.2">18827 16842 0,'25'0'47,"-1"0"-16,1 0-15,0 0-1,0 0-15,24-24 16,75 24 0,25 0-1,25 0 1,-25 0 0,-100 0-16,100 0 15,0 0 1,-25 0-1,-25 0 1,0 0 15,-24 0-15,49-25 0,-50 25-1,-49 0 1,25 0-1,-26 0 376,26 0-391,-25 0 0,74-25 16,-49 25-1,24-25 1,1 25 0,-1 0-1,-24 0 1,-1 0-16,26 0 15,-26 0 1,26 0 0,-1 0-1,0 0 1,-24 0 0,-25 0-16,0 0 15,-1 0 1,1 0-1,25 0 17,-25 0-17,24 0 1,-24 0-16,0 0 16,74-25-1,-24 25 1,24 0-1,-50 0 1,1 0 0,24 0-1,-49 0 1,25 0 0,-1 0-1,26 0 1,49-24-1,-50 24 1,26 0 15,-76 0-31,1 0 16,0 0-16,25 0 16,-26 0-1,1 0 1,0 0-1,0 0 1,0 0-16,49 0 31,-24 0-15,24 0 0,-24 24-1,49 1 1,-50-25-1,26 25 1,-50-25 0,-1 0-1,26 0 1,-25 0 0,0 0-1,24 25 1,26-25-1,-51 0 1,26 0 0,-25 0-1,25 0 1,-26 0 0,1 0-1,0 0 1,25 0-1,-1 0 1,-24 0 15,0 0-15,0 0 0,-1 0-1,1 0 1,25 0-1,-25 0 1,24 0 0,1 0-1,-1 0 1,-24 0 0,25 0-1,-25 0 1,-1 0-1,26 0 32,-25 0-31,0 0 0,-1 0 15,-24 25-16,50-25 1,-25 0 0,24 0-1,-24 0-15,0 0 16,0 0 0,0 0-1,0 0 16,-1 0-15,1 0 47,0 0 77,0 0-46</inkml:trace>
  <inkml:trace contextRef="#ctx0" brushRef="#br1" timeOffset="88296.89">3820 17909 0,'0'0'0,"-25"0"32,0 0-17,1 0-15,-1 0 16,0 0-1,-25 0 1,1 0 0,-1 0-1,0 0 1,-24 0 0,24 0-1,1 25 1,24-25-16,0 0 15,0 0 17,-24 0-17,24 0 1,-25 0 0,1 0-1,-1 0 1,25 0-1,-24 0 1,24 0 0,0 0-1,-24 25 1,24-25-16,0 0 16,0 0-1,0 0 1,1 0-1,-1 0 1,-25 0 15,-24 24-15,-1-24 0,26 0-1,-1 0 1,0 0-1,1 0 1,24 0 0,-25 0-1,1 0 1,24 0 0,0 0-1,0 0 1,1 0-1,-1 0 1,-25 0 15,25 0-15,1 0 0,-1 0-1,-25 0 1,25 0-1,-24 0 1,24 0 0,0 0-1,-24 0 1,24 0 0,0 0-1,0 0 1,0 0-1,0 0 17,1 0-1,-1 0-15,0 0 15,0 0-16,0 0 17,1 0-1,-1 0 0,0 0 0,0 0 32,0 0-32,1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6-27T15:10:39.95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22175 9525 0,'0'25'156,"0"0"-124,0-1 46,0 1-31,0 0-16,0 0-15,0 0 30,0-1-14,0 1-1,0 0 0,0 0 32,0 0 77,0-1-46,0 1-31,0 0-1,0 0 1,0 0 155,0-1-140,0 1-46,0 0 15,0 0-1,0 0 64</inkml:trace>
  <inkml:trace contextRef="#ctx0" brushRef="#br0" timeOffset="1634.16">22200 9798 0,'25'0'203,"0"-25"-156,0 0-31,-25 0-1,24 25-15,-24-49 16,25 24 0,0-25-1,0 50 1,0-24-1,-25-1 1,24 0 0,1 0-1,-25 0 17,25 25-17,-25-24 16,25 24-15,-25-25 15,0 0-15,25 25-16,-1-25 31,1 25 16,-25-25-31</inkml:trace>
  <inkml:trace contextRef="#ctx0" brushRef="#br0" timeOffset="2803.32">22225 9773 0,'0'25'125,"0"0"-47,25-25-78,-25 24 16,25-24-16,-1 25 31,1-25 0,-25 25-31,25-25 16,-25 25 15,25-25-15,-25 25-1</inkml:trace>
  <inkml:trace contextRef="#ctx0" brushRef="#br0" timeOffset="15300.24">20117 7491 0,'0'-25'47,"0"0"-16,0 1 1,0-1-17,24 25 1,26-25-16,24 0 16,150-24-1,123 24 1,75 0-1,-1 25 1,-297 0-16,149 0 16,-74 0-1,24 25 1,0 0 0,-24-1 15,-75 1-16,49 0 1,-98-25 0,24 0-1,-74 0 1,24 0 0,-24 0-1,25 0 1,24 0-1,-49 0 1,24 25 0,1-25-1,0 0 17,-26 0-17,1 0 16,0 0-15,0 25-16,0-25 16,0 0-1,-1 0 1,1 0 0,0 0 15,0 0-16,0 0 17,-1 0-32,1 0 15,0 0 1,0 0 0,0 0-1,24 0 1,-24 0 15,0 0-15,-25-25-1,25 25 1,-1-25 0</inkml:trace>
  <inkml:trace contextRef="#ctx0" brushRef="#br0" timeOffset="22068.77">8930 6896 0,'0'-25'31,"0"0"32,0 50 62,0 0-94,0 0-15,0-1-1,0 1 1,0 0 31,0-50 62,0 0-109,0 1 16,0-26-16,0 25 15,0-49 1,0 49-16,0-25 31,0 1-15,0-1-1,0 25 1,0 0 0,0 1-1,0 48 126,0 1-125,0 0-16,0 25 15,0-26 1,0 26-16,0-25 15,0 0 1,0-1-16,0 1 16,0 25-1,0-25 1,0 24 0,0-24-1,0 0 1,0 0-1,0 0 1,0-1 15,0 1 63</inkml:trace>
  <inkml:trace contextRef="#ctx0" brushRef="#br0" timeOffset="24576.95">9103 12874 0,'0'24'78,"0"1"-78,0 25 15,0-25-15,0 24 16,0 1-16,0-1 16,0 125-1,0-50 1,0 0-1,0-25 1,0-24 0,0-50-1,0-1 1,0 1 0,0-50 93,0-24-93,-24 24-16,24-25 15,0 1-15,-25-1 16,25-24-1,0-25 1,0 74 0,0-50-1,0 26-15,0-51 16,0 51 0,0 24-1,0-25 16,0 26-15,0 48 125,0 1-126,0 0 1,0 25 0,0-26-1,0 1 1,0 0-1,0 0-15,0 0 16,0 0 0,0-1-1,0 1 1,0 0 46</inkml:trace>
  <inkml:trace contextRef="#ctx0" brushRef="#br1" timeOffset="50916.93">670 10294 0,'74'0'140,"-24"0"-124,-25-25-16,49 25 0,-24 0 16,-1 0-1,1 0 1,24 0-1,-49 0 1,0 0 0,0 0-1,-1 0 1,1 0 0,0 0-1,0 0 1,24 0-1,-24 0 1,0 0 0,25 0-1,-1 0 1,-24 0 15</inkml:trace>
  <inkml:trace contextRef="#ctx0" brushRef="#br1" timeOffset="53471.83">14585 10170 0,'0'0'16,"25"0"-16,0 0 15,0 0-15,-1 0 16,1 0 0,0 0-1,0 0 1,0 0 0,-1 0 30,1 0-30,0 0 0,25 0-1,-1 0 1,-24 0 0,0 0-1,0 0 1,-1 0 31,1 0 62,0 0-31,0 0-62,0 0 15,-1 0-15</inkml:trace>
  <inkml:trace contextRef="#ctx0" brushRef="#br1" timeOffset="61352.55">26243 11931 0,'25'0'62,"25"0"-46,-25 0-16,-1 0 15,26 0-15,0 0 16,-1 0 0,-24 0-16,49 0 15,50 0 1,-74 0-1,74 0 1,-74 25 0,24-25 15,-24 0-15,-25 0-1,-1 0 1,26 0-1,-25 0 1,0 0 0,-1 0-1,26 0 1,-25 0 0,0 0 15</inkml:trace>
  <inkml:trace contextRef="#ctx0" brushRef="#br1" timeOffset="64009.5">15677 10815 0,'24'0'78,"26"0"-63,0 0-15,49 0 16,124 0 0,-49 0-1,-100 0 1,1 0-1,-51 0 1,1 0 0,-25 25 171</inkml:trace>
  <inkml:trace contextRef="#ctx0" brushRef="#br0" timeOffset="71652.1">24656 14015 0,'49'0'31,"26"0"-15,-1 0-16,75 0 15,0 0 1,-25 0 0,-50 0-1,1 0 1,-26 0 15,1 0-15,-25 0-1,0 0 1,-1 0 0,1 0 15,0 0-15,0 0-1,0 0 16,-1 0 1,1 0 15</inkml:trace>
  <inkml:trace contextRef="#ctx0" brushRef="#br0" timeOffset="74206.92">6598 5333 0,'0'-25'0,"0"0"31,25 25-16,0 0 1,49-24 0,-24 24-1,24 0 1,1 0 0,24 0-1,-25 0 16,-24 0-15,-1 0 0,-24 0-1,0 0 1,25 0 0,-26 0-1,1 0-15,25 0 16,-25 0-1,49 0 1,-24 0 0,-1 0-1,-24 0 1,49 0 15,-24 0-15,0 0-1,-1 0 1,-24 0 0,0 0-1,0 0 1,-1 0-16,1 0 16,0 0-1,0 0 1,0 0-1,24 0 1,-24 0 0,0 0 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1-06-27T15:12:49.981"/>
    </inkml:context>
    <inkml:brush xml:id="br0">
      <inkml:brushProperty name="width" value="0.05292" units="cm"/>
      <inkml:brushProperty name="height" value="0.05292" units="cm"/>
      <inkml:brushProperty name="color" value="#00B05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18455 15453 0,'-25'0'16,"0"0"31,0 0-1,0 0-14,1 0-17,-1 0 1,0 0 0,0 0-1,0 0 1,1-24-1,-1 24 1,0 0-16,0 0 16,0 0-1,1 0 1,-1 0 0,0 0-1,0 0 1,0 0-1,1 0 1,-1 0-16,0 0 16,0 0-1,0 0 1,1 0 15,-1 0-15,0 0-1,-25 0-15,26 0 16,-1 0 0,0 0-1,-25 0 1,26 0 0,-1 0-1,0 0 1,0 0-1,0 0 1,0 0 0,1 24-1,-1 1 17,0-25-1,0 0-31,0 25 31,1-25-15,-1 0-1,25 25 1,-25-25-16,0 0 16,0 25-1,25-1 1,-24-24-1,-1 0 1,25 25 0,-25-25-1,25 25 17,-25-25-1,25 25 16,0 0 78,0-1-110,-25-24 17,25 25-32,0 0 31,0 0-16,0 0 1,0-1 0,0 1-1,0 0 17,0 0-17,0 0 16,0-1-15,0 1 15,0 0-15,25-25 0,-25 25-1,25-25 1,-25 25-1,25-1 1,0 1 0,-1-25-1,-24 25 1,25 0 0,0-25-1,-25 25-15,25-1 16,0-24-1,-1 25 1,1-25 0,25 25-1,-25-25 1,49 25 15,-24 0-15,-1-25-1,-24 0 1,0 24 0,25-24-1,-26 25 1,1-25 0,25 25-1,-25-25 1,24 0-1,1 0 1,-1 25 0,26-25-1,-50 0 1,24 0 15,-24 0 0,0 0-31,0 0 16,-1 25 0,1-25-1,25 0 1,-1 0 0,-24 25-1,25-25 1,-25 24-1,24-24 1,-24 0 0,0 0 15,0 0-15,24 0-1,1 0 1,-25 0-1,24 0 1,1 0 0,-25 0-1,24 0 1,-24 0 0,50 0-1,-1 0 1,0 0-1,-24 0 1,0 0 0,-26 0-1,1 0 32,0 0-47,0 0 16,-25-24-1,25 24 1,-1 0 15,-24-25-15,25 25 0,0 0-1,-25-25 1,25 0-1,24 0 1,-24 0 0,0 25-1,25-49 1,-25 24 0,-1 0-1,1 0 16,0 1-15,-25-1 0,25 0-1,-25-25-15,0 26 16,0-51 0,0 1-1,0 24 1,0 1-1,0-26 1,0 50-16,0-24 16,0 24-1,0 0 1,0-24 15,-25 24 0,0 0-31,0 0 16,1 0 0,24 1-1,-50-1 1,25-25 0,0 25 15,0 25-31,1-25 15,-1-24 1,0 24 0,-25 25-1,26-50 17,-1 50-17,-25-24 1,25-1-1,1 25 1,-1 0 0,0-25-1,-25 25 1,26 0 0,-1 0-1,0 0 1,-25 0 15,26 0-15,-1 0-1,0 25 1,0-25 0,0 0-1,-24 25 1,24-25-1,0 24 1,-24 1 0,24-25-1,0 25 1,0-25 0,0 25-1,1-25 1,-1 0-1,-25 49 1,25-49 15,0 25-15,1 0 31,-1-25-32,25 25 17,0 0-1,-25-25-15</inkml:trace>
  <inkml:trace contextRef="#ctx0" brushRef="#br0" timeOffset="4739.64">19720 15652 0,'0'0'0,"25"0"156,24 0-140,-24 0-1,0 0-15,0 0 16,-1 0-16,1 0 16,25 0-1,24 0 1,1 0 0,24 0-1,-50 0 1,51 0-1,-51 0 1,-24 0-16,25 0 16,-26 0-1,1 0 1,0 0 15,0 0-15,0 0-16,-1 0 15,1 0 1,0 0 0,0 0-1,0 0 1,0 0 0,-1 0 15,1 0 313,25 0-329,-1 0-15,75 0 31,-49 0-31,-1-25 16,100 25 0,-149 0-1,-1 0-15,51 0 16,-26 0 0,-24 0-1,25 0 1,-1 0-1,1 0 1,25 0 0,-26 0-1,-24 0 1,25 0 15,-26 25-15,1-25-1,25 0 1,-25 0 0,-1 0-1,1 0 1,50 0 0,-26 0-1,26 0 1,-51 0-16,51 0 15,-1 0 1,-24 0 0,-1 25-1,-24-25 17,50 0-17,-26 0 1,26 0-1,-26 24 1,-24-24 0,50 0-1,-26 0 1,75 0 0,-74 25-1,-1-25 1,1 0-1,-25 0 1,0 0 0,-1 0-1,1 0 17,0 0 249,25 0-266,-1 0-15,50-25 16,-24 1-16,24 24 16,199-50-1,-50 0 1,-75 26 0,-49-1-1,-49 25 1,-26 0-16,26 0 15,-26 0 1,1 0 0,-25 0-1,0 0 1,0 0 15,-1 0-15,1 0-1,0 0 1,25 0 0,-26 0-1,1 0 1,0 0 0,25 0-1,-1 0 1,-24 0-1,0 0 1,24 0 0,-24 0-1,25 0 17,-25 0-17,-1 0 1,1 0-1,25 0 1,-25 0 0,24 0-1,-24 0 1,0 25 0,24-25-1,-24 0 1,0 24-1,0-24 1,24 0 15,-24 0-15,0 0 0,0 25-1,0-25 1,0 0-1,24 0 1,-24 0 0,0 0-1,24 25 1,1-25 0,-25 0-1,-25 25 1,25-25-1,24 0 1,-24 0 0,0 0-1,24 0 1,-24 0 31,0 0-32,0 0 1,0 0 0,-1 0-1,1 0 63,0 0 47</inkml:trace>
  <inkml:trace contextRef="#ctx0" brushRef="#br0" timeOffset="13512.07">19918 16123 0,'0'-25'94,"0"0"-47,0 1-16,0-1-15,25 25-1,0-25-15,24 0 16,26 25 0,-26 0-16,51 0 15,-1-25 1,-25 25-1,1 0 1,24 0 0,-50 0-1,1 0 1,25 0 0,-1 0-1,-49 0 1,74 0-1,-49 0 1,49 0 0,-50 0-1,26 0-15,-26 0 16,26 0 0,-26 0-1,1 0 1,-25 0-1,24 0 1,-24 0 0,0 0 15,0 0 313,0 0-329,-1 0 1,1 0-16,0 0 16,0 0-1,0 0-15,0 0 31,-1 0 1,1 0-17,0 0 1,0 0 0,0 0-1,-1 0 1,1 0-1,0 0 1,25 0 0,-26 0-1,1 0-15,25 0 16,-25 0 0,-1 0-1,1 0 1,0 0-1,0 0 17,0 0-32,-1 0 31,1 0-31,0 0 16,0 0 15,0 25-16,-1-25 1,1 0 0,0 0-1,0 0 1,0 0 0,-1 0-1,26 0 1,-25 0-1,0 0-15,24 0 16,-24 0 0,25 0-1,-25 25 17,24-25-17,-24 0 1,0 0-1,0 0 1,-1 0 0,1 0-1,0 0 17,0 0-17,0 0-15,-1 0 31,1 0-15,0 0 0,25 0-1,-26 0 1,26 0 15,-25 0-31,24 25 16,1-25-1,24 0 1,-24 25 0,0-25-1,-26 0 1,1 0-16,0 0 16,0 0-1,0 0 298,-1 0-313,26 0 15,-25 0-15,24 0 16,26 0-16,24 0 16,0 0 15,-24 0-16,-26 0 1,-24 0-16,25 0 16,-25 0-1,24 0 1,-24 0 0,25 0-1,-1 0 1,-24 0-16,25 0 15,-1 0 1,1 0 0,24 0-1,-24 0 17,24 0-17,1 0 1,-1 0-1,-24 0 1,-25 0 0,24 0-1,-24 0 1,49 0 0,-49 0-1,25 0 1,-1 24-1,1-24 1,0 0 0,-1 0-1,1 0 17,-25 0-32,-1 0 15,26 0 1,0 0-1,-26 0 1,26 0 0,0 0-1,-26 0 1,26 0 0,-25 0-1,0 0 1,0 0-1,24 0 1,-24 0 0,25 0-1,-26 0 1,1 0 15,25 0-15,-25 0-1,-1 0 1,26 0 15,-25 0-15,0 0 0,-1 0-1,1 0 16,0 0-15,0 0 0,0 0 15,-1 0 31,1 0-15,0 0 31,0 0-31,0 0 156</inkml:trace>
  <inkml:trace contextRef="#ctx0" brushRef="#br1" timeOffset="23018.36">17611 16718 0,'-24'0'172,"-1"0"-172,0 0 15,0 0 1,0 25-1,0-25-15,-24 25 16,24-25 0,-25 25 15,26-25-31,-1 0 16,25 25-1,-25-25 1,0 49-1,0-24 1,1 25 0,-1-26-1,-25 51 1,50-50 0,-25-1-16,-24 26 15,24 0 1,25 24-1,-50 0 1,50-49 0,-24 0-1,24 0 1,-25 0 0,25-1 15,0 1-16,0 0 1,0 0 0,25 0-1,-25 0 1,24-1 0,1 1-1,25 0 1,24 0-1,1-25 1,-1 0-16,50 0 16,25 25-1,-75-25 17,1 0-17,-50 24 1,24-24-1,-24 0-15,25 0 16,49 0 0,-25 0-1,1 0 1,-51 0-16,1 0 16,25 0-1,-25 0-15,24 0 16,-24 0-16,0 0 15,24 0 1,1 0 0,-25 0-1,0 0 17,24-24-17,1 24 1,0-25-1,49 0 1,-25 25 0,1-25-1,-26 25 1,-24 0 0,0 0-1,0 0 1,-1 0 31,1 0-32,0-25 1,0 25 0,-25-24-1,25 24 1,-1 0-1,1-25 1,0 25 0,0 0-1,24-25 1,-24 25 0,-25-25-1,25 25 1,0-25-1,0 25 1,-1 0 0,-24-25-16,25 1 31,-25-1 0,25-50-15,0 26-1,-25-26 1,0 51-16,0-26 16,0-24-1,0 49 1,0-25 0,0 1-1,0 24 1,0 0-1,0 0 17,0 0-17,-50-24 1,25 49 15,1 0-31,-1-25 16,0 25-16,-25 0 15,1 0 1,-1-25 0,-24 25-1,-25 0 1,24 0 0,-74 0-1,50 0 1,25 0-1,-26 0 1,26 0 0,-50 25-1,74-25 1,-98 0 15,73 25-15,26-25-1,-26 0 1,26 0 0,-51 0-1,76 0 1,-100 0 0,49 0-1,25 0 1,-24 0-1,24 0 1,26 0 0,-51 0 15,50 0-15,1 0-1,-1 25 1,0-25-1,0 0 17</inkml:trace>
  <inkml:trace contextRef="#ctx0" brushRef="#br1" timeOffset="29161.65">19621 16966 0,'24'0'109,"1"0"-109,25 0 16,24 0-1,1 0-15,24 0 0,124 0 16,75 0 15,-25 0-15,-25 0-1,-75 0 1,-74 0 0,-49-24-16,74 24 15,-74 0 1,-1 0 0,-24 0-1,0 0 1,0 0 343,-1 0-359,26 0 16,74 0-1,-49 0-15,24 0 16,124-25 0,-74 25-1,-25 0 1,-99 0-16,74 0 16,-50 0-1,26 0 1,-50 0-1,24 0 1,1 0 0,24 0-1,50 0 17,-49 0-17,24 0 1,-25 0-1,1 0 1,-26 0 0,1 0-1,-25 0-15,24 0 16,-24 0 0,25 0-1,24 0 1,-24 0-1,24 0 1,-24 0 0,24 0-1,1 0 17,-1 0-17,1 0 1,24 0-1,-74 0-15,-1 0 16,26 0-16,49 0 16,-24-25-1,24 25 1,-50 0 0,26 0-1,-50 0 1,24 0-1,-24 0-15,0 0 16,0 0 0,0 0-1,-1 0 282,1 0-266,0 0-31,0 0 16,24 0-16,1 0 16,-25 0-16,49 0 15,-24 0 1,-25 0 0,24 0-1,-24 0 16,0 0-15,0 0 15,-1 0 1,1 0-17,0 0 1,0 0-1,0 0 1,-1 0 0,26 0-1,-25 0 1,24 0 0,1 0-1,-25 0 1,0 0-1,-1 0-15,1 0 16,0 0 0,0 0-1,0 0 17,24 0-1,-24 0-16,0 0 1,0 0 15,0 0-15,-1 0 0,1 0 15,0 0-16,0 0 1,0 0 15,-1 0 1,1 0-1,0 0-16,0 0 1,0 0 0,-1 0-1,1 0 17,0 0-1,0 0 0,0 0 32</inkml:trace>
  <inkml:trace contextRef="#ctx0" brushRef="#br1" timeOffset="33635.28">19546 17413 0,'25'-25'63,"25"25"-47,-26-50-16,1 50 15,99-49 1,-74 24-16,74-25 15,0 26 1,-50 24 0,1 0-1,-1-25 17,25 25-17,-24 0-15,49 0 16,0 0-1,-25 0 1,25 0 0,-25 0-1,25 0 1,0 0 0,75 0-1,-100 0 1,0 0-1,-74 0 1,25 0 0,-26 0-1,1 0 32,0 0 266,0 0-313,24 0 15,51 0 1,-26 0-16,0 0 16,50 0-1,-49 0 1,-1 0-1,-49 0-15,25 0 16,24 0 0,-24 0-1,-1 0 17,26 0-17,-26 0 1,75 25-1,-49-1 1,-1-24 0,1 0-1,24 0 1,0 0 0,75 0-1,-100 25 1,0-25-1,-24 25 1,24-25 15,-49 0-31,0 0 32,0 0-32,0 0 31,24 25-16,-24-25 17,0 0 233,25 0-249,-26 0-16,1 0 16,0 0-16,49 0 15,1 0 1,-1 0-1,-24 0 1,-1 0 0,-24 0-1,0 0 1,25 0 0,-26 0-1,1 0 1,25 0-1,-25 0 1,24 0 0,1 0-1,-1 0 1,1 0 0,25 0-1,24 25 1,-25-25-1,1 0 1,-26 0 0,26 0 15,-26 0-15,26 24-1,-51-24 1,1 0-1,25 0 1,-25 0 0,24 0 15,-24 0-15,0 25-1,0-25 1,-1 0-1,1 0 1,0 0 0,0 0-1,24 0 17,1 0-17,-25 0 1,0 25-1,24-25 1,-24 0 0,25 0-1,-1 25 1,-24-25 0,25 0-1,-25 0 1,-1 0-1,1 0-15,0 0 32,0 0-1,0 25 0,-1-25-15,1 0 31,0 0-16,0 0-15</inkml:trace>
  <inkml:trace contextRef="#ctx0" brushRef="#br1" timeOffset="35495.21">4192 17438 0,'25'0'46,"0"0"-46,-1 0 16,1 0-16,0 0 16,74-25-1,-49 25 1,-1 0 0,-24 0-16,0 0 15,0 0 1,0 0 15</inkml:trace>
  <inkml:trace contextRef="#ctx0" brushRef="#br1" timeOffset="40711.94">3944 18008 0,'25'0'62,"0"0"-46,24 0-1,-24 0 1,0 0-16,0 0 16,49 0-1,-24 0 1,-26 0-16,26 0 15,-25 0 1,0 0 0,-1 0 31</inkml:trace>
  <inkml:trace contextRef="#ctx0" brushRef="#br0" timeOffset="46333.28">11237 16768 0,'24'0'110,"26"0"-95,-25-25 1,0 25-16,24 0 16,26 0-16,73-25 31,-73 25-31,74 0 16,-25 0-1,-75 0 1,-24 0-1,25 0 1,-26 0 15</inkml:trace>
  <inkml:trace contextRef="#ctx0" brushRef="#br0" timeOffset="48051.98">11013 18033 0,'0'-25'47,"50"25"-31,-1 0 0,1 0-16,0 0 15,49-25-15,-25 25 16,26 0-16,48 0 15,1 0 1,-74 0 0,-1-24-1,0 24 17,1 0-17,-26 0 1,1 0-1,-25-25 1,0 25 0,24 0-1,-24 0 1,0 0 15,0 0 0,0 0 1,-1 0-17,26 0 1,-25 0 0,0 0-1,-1 0 1,1 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0">
  <p:cSld name="Diapositiva de título 0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12592" y="2817845"/>
            <a:ext cx="5766816" cy="1222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solidFill>
          <a:srgbClr val="262626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2513339" y="1629482"/>
            <a:ext cx="899338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 descr="Docente&#10;Asignatura&#10;Semana"/>
          <p:cNvSpPr txBox="1">
            <a:spLocks noGrp="1"/>
          </p:cNvSpPr>
          <p:nvPr>
            <p:ph type="subTitle" idx="1"/>
          </p:nvPr>
        </p:nvSpPr>
        <p:spPr>
          <a:xfrm>
            <a:off x="2513339" y="4117792"/>
            <a:ext cx="899338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4838" y="639763"/>
            <a:ext cx="1139825" cy="34131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body" idx="2"/>
          </p:nvPr>
        </p:nvSpPr>
        <p:spPr>
          <a:xfrm>
            <a:off x="725488" y="5894388"/>
            <a:ext cx="10780712" cy="341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marL="1371600" lvl="2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marL="1828800" lvl="3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marL="2286000" lvl="4" indent="-228600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 sz="13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Pd">
  <p:cSld name="Título y objetos Pd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l="30205" t="11672" r="555" b="1066"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1974715" y="365126"/>
            <a:ext cx="8821439" cy="744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838200" y="1357744"/>
            <a:ext cx="10515600" cy="4819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7" name="Google Shape;2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2846" y="452846"/>
            <a:ext cx="1308819" cy="391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26141" y="452846"/>
            <a:ext cx="713013" cy="391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_3" type="blank">
  <p:cSld name="BLANK">
    <p:bg>
      <p:bgPr>
        <a:solidFill>
          <a:srgbClr val="FE521D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83233" y="1551218"/>
            <a:ext cx="632515" cy="670618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903A9"/>
              </a:gs>
              <a:gs pos="40000">
                <a:srgbClr val="9703A0"/>
              </a:gs>
              <a:gs pos="71000">
                <a:srgbClr val="B3036F"/>
              </a:gs>
              <a:gs pos="100000">
                <a:srgbClr val="D30329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5824" y="2029155"/>
            <a:ext cx="4340352" cy="2799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bg>
      <p:bgPr>
        <a:solidFill>
          <a:srgbClr val="262626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  <a:defRPr sz="4400" b="1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2400"/>
              <a:buNone/>
              <a:defRPr sz="2400">
                <a:solidFill>
                  <a:srgbClr val="D0CECE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36" name="Google Shape;36;p7" descr="Imagen que contiene dibujo, señal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 l="5410" t="19046" r="57827" b="20492"/>
          <a:stretch/>
        </p:blipFill>
        <p:spPr>
          <a:xfrm>
            <a:off x="5160658" y="1022459"/>
            <a:ext cx="1857983" cy="1320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>
  <p:cSld name="Dos objeto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838200" y="1303506"/>
            <a:ext cx="5181600" cy="487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6172200" y="1303506"/>
            <a:ext cx="5181600" cy="4873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1974715" y="365126"/>
            <a:ext cx="9379085" cy="744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" name="Google Shape;41;p8" descr="Imagen que contiene señal&#10;&#10;Descripción generada automáticamente"/>
          <p:cNvPicPr preferRelativeResize="0"/>
          <p:nvPr/>
        </p:nvPicPr>
        <p:blipFill rotWithShape="1">
          <a:blip r:embed="rId2">
            <a:alphaModFix amt="50000"/>
          </a:blip>
          <a:srcRect l="5014" t="22037" r="57674" b="14047"/>
          <a:stretch/>
        </p:blipFill>
        <p:spPr>
          <a:xfrm>
            <a:off x="838200" y="365126"/>
            <a:ext cx="1028700" cy="744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body" idx="1"/>
          </p:nvPr>
        </p:nvSpPr>
        <p:spPr>
          <a:xfrm>
            <a:off x="839788" y="1307086"/>
            <a:ext cx="5157787" cy="850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839788" y="2354944"/>
            <a:ext cx="5157787" cy="383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3"/>
          </p:nvPr>
        </p:nvSpPr>
        <p:spPr>
          <a:xfrm>
            <a:off x="6172200" y="1307086"/>
            <a:ext cx="5183188" cy="850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4"/>
          </p:nvPr>
        </p:nvSpPr>
        <p:spPr>
          <a:xfrm>
            <a:off x="6172200" y="2354945"/>
            <a:ext cx="5183188" cy="383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1974715" y="365126"/>
            <a:ext cx="9379085" cy="744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9" descr="Imagen que contiene señal&#10;&#10;Descripción generada automáticamente"/>
          <p:cNvPicPr preferRelativeResize="0"/>
          <p:nvPr/>
        </p:nvPicPr>
        <p:blipFill rotWithShape="1">
          <a:blip r:embed="rId2">
            <a:alphaModFix amt="50000"/>
          </a:blip>
          <a:srcRect l="5014" t="22037" r="57674" b="14047"/>
          <a:stretch/>
        </p:blipFill>
        <p:spPr>
          <a:xfrm>
            <a:off x="838200" y="365126"/>
            <a:ext cx="1028700" cy="744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>
  <p:cSld name="Solo el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1974715" y="365126"/>
            <a:ext cx="9379085" cy="744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0" descr="Imagen que contiene señal&#10;&#10;Descripción generada automáticamente"/>
          <p:cNvPicPr preferRelativeResize="0"/>
          <p:nvPr/>
        </p:nvPicPr>
        <p:blipFill rotWithShape="1">
          <a:blip r:embed="rId2">
            <a:alphaModFix amt="50000"/>
          </a:blip>
          <a:srcRect l="5014" t="22037" r="57674" b="14047"/>
          <a:stretch/>
        </p:blipFill>
        <p:spPr>
          <a:xfrm>
            <a:off x="838200" y="365126"/>
            <a:ext cx="1028700" cy="744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En blanc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 rot="5400000">
            <a:off x="3717638" y="-1459199"/>
            <a:ext cx="4756725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1974715" y="365126"/>
            <a:ext cx="9379085" cy="744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14" descr="Imagen que contiene señal&#10;&#10;Descripción generada automáticamente"/>
          <p:cNvPicPr preferRelativeResize="0"/>
          <p:nvPr/>
        </p:nvPicPr>
        <p:blipFill rotWithShape="1">
          <a:blip r:embed="rId2">
            <a:alphaModFix amt="50000"/>
          </a:blip>
          <a:srcRect l="5014" t="22037" r="57674" b="14047"/>
          <a:stretch/>
        </p:blipFill>
        <p:spPr>
          <a:xfrm>
            <a:off x="838200" y="365126"/>
            <a:ext cx="1028700" cy="744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1">
  <p:cSld name="Final1">
    <p:bg>
      <p:bgPr>
        <a:solidFill>
          <a:srgbClr val="FE521D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6"/>
          <p:cNvGrpSpPr/>
          <p:nvPr/>
        </p:nvGrpSpPr>
        <p:grpSpPr>
          <a:xfrm>
            <a:off x="2923564" y="1886527"/>
            <a:ext cx="7424796" cy="3242358"/>
            <a:chOff x="2924561" y="1835485"/>
            <a:chExt cx="6700604" cy="2880962"/>
          </a:xfrm>
        </p:grpSpPr>
        <p:sp>
          <p:nvSpPr>
            <p:cNvPr id="70" name="Google Shape;70;p16"/>
            <p:cNvSpPr txBox="1"/>
            <p:nvPr/>
          </p:nvSpPr>
          <p:spPr>
            <a:xfrm>
              <a:off x="2924561" y="4273686"/>
              <a:ext cx="6700604" cy="4427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lang="es-PE" sz="2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CREA IMPACTO POSITIVO Y TRASCIENDE</a:t>
              </a:r>
              <a:endParaRPr/>
            </a:p>
          </p:txBody>
        </p:sp>
        <p:pic>
          <p:nvPicPr>
            <p:cNvPr id="71" name="Google Shape;71;p1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660667" y="1835485"/>
              <a:ext cx="5228391" cy="22818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3233" y="1551218"/>
            <a:ext cx="632515" cy="670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2">
  <p:cSld name="Final2">
    <p:bg>
      <p:bgPr>
        <a:solidFill>
          <a:srgbClr val="262626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0" y="6135329"/>
            <a:ext cx="12192000" cy="722671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7" descr="Imagen que contiene dibujo, señal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 l="4379" t="15900" r="57100" b="15223"/>
          <a:stretch/>
        </p:blipFill>
        <p:spPr>
          <a:xfrm>
            <a:off x="5299803" y="2897164"/>
            <a:ext cx="1484455" cy="1147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17"/>
          <p:cNvGrpSpPr/>
          <p:nvPr/>
        </p:nvGrpSpPr>
        <p:grpSpPr>
          <a:xfrm>
            <a:off x="4358269" y="5057351"/>
            <a:ext cx="3367522" cy="1077978"/>
            <a:chOff x="4412239" y="4728359"/>
            <a:chExt cx="3367522" cy="1077978"/>
          </a:xfrm>
        </p:grpSpPr>
        <p:sp>
          <p:nvSpPr>
            <p:cNvPr id="77" name="Google Shape;77;p17"/>
            <p:cNvSpPr txBox="1"/>
            <p:nvPr/>
          </p:nvSpPr>
          <p:spPr>
            <a:xfrm>
              <a:off x="4412239" y="4728359"/>
              <a:ext cx="3367522" cy="1077978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20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ucontinental.edu.pe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7000"/>
                </a:lnSpc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s-PE" sz="11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/>
            </a:p>
          </p:txBody>
        </p:sp>
        <p:pic>
          <p:nvPicPr>
            <p:cNvPr id="78" name="Google Shape;78;p1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901777" y="5207459"/>
              <a:ext cx="359983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17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881742" y="5213449"/>
              <a:ext cx="359983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28238" y="5213449"/>
              <a:ext cx="359983" cy="3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17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543303" y="5219438"/>
              <a:ext cx="359983" cy="360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D927C-4F45-4C40-AF93-A4403F60D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A5B2D5-9321-450B-BC25-CF066A9C4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8F643C-DA4C-43EC-B4B5-20268EE5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6E43-E673-43CD-8387-82F69DB2A400}" type="datetimeFigureOut">
              <a:rPr lang="es-PE" smtClean="0"/>
              <a:t>6/04/2026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A71813-2F2E-4A4A-8504-479A08C1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49D139-C530-4ADC-8426-E3C154F5C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1B6C7-24F3-4A19-81A3-1D0E7FAF994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14594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1922386" y="365126"/>
            <a:ext cx="9431414" cy="928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420238"/>
            <a:ext cx="10515600" cy="475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5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81.png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0.png"/><Relationship Id="rId11" Type="http://schemas.openxmlformats.org/officeDocument/2006/relationships/image" Target="../media/image19.png"/><Relationship Id="rId5" Type="http://schemas.openxmlformats.org/officeDocument/2006/relationships/image" Target="../media/image140.png"/><Relationship Id="rId10" Type="http://schemas.openxmlformats.org/officeDocument/2006/relationships/customXml" Target="../ink/ink1.xml"/><Relationship Id="rId4" Type="http://schemas.openxmlformats.org/officeDocument/2006/relationships/image" Target="../media/image130.png"/><Relationship Id="rId9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0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0.png"/><Relationship Id="rId11" Type="http://schemas.openxmlformats.org/officeDocument/2006/relationships/image" Target="../media/image21.png"/><Relationship Id="rId5" Type="http://schemas.openxmlformats.org/officeDocument/2006/relationships/image" Target="../media/image150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1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33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12" Type="http://schemas.openxmlformats.org/officeDocument/2006/relationships/image" Target="../media/image32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0.png"/><Relationship Id="rId11" Type="http://schemas.openxmlformats.org/officeDocument/2006/relationships/image" Target="../media/image31.png"/><Relationship Id="rId5" Type="http://schemas.openxmlformats.org/officeDocument/2006/relationships/image" Target="../media/image150.png"/><Relationship Id="rId15" Type="http://schemas.openxmlformats.org/officeDocument/2006/relationships/image" Target="../media/image34.png"/><Relationship Id="rId10" Type="http://schemas.openxmlformats.org/officeDocument/2006/relationships/image" Target="../media/image30.png"/><Relationship Id="rId4" Type="http://schemas.openxmlformats.org/officeDocument/2006/relationships/image" Target="../media/image140.png"/><Relationship Id="rId9" Type="http://schemas.openxmlformats.org/officeDocument/2006/relationships/image" Target="../media/image29.png"/><Relationship Id="rId14" Type="http://schemas.openxmlformats.org/officeDocument/2006/relationships/customXml" Target="../ink/ink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50.png"/><Relationship Id="rId7" Type="http://schemas.openxmlformats.org/officeDocument/2006/relationships/image" Target="../media/image3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0.png"/><Relationship Id="rId11" Type="http://schemas.openxmlformats.org/officeDocument/2006/relationships/image" Target="../media/image39.png"/><Relationship Id="rId5" Type="http://schemas.openxmlformats.org/officeDocument/2006/relationships/image" Target="../media/image140.png"/><Relationship Id="rId10" Type="http://schemas.openxmlformats.org/officeDocument/2006/relationships/customXml" Target="../ink/ink3.xml"/><Relationship Id="rId4" Type="http://schemas.openxmlformats.org/officeDocument/2006/relationships/image" Target="../media/image36.png"/><Relationship Id="rId9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50.png"/><Relationship Id="rId3" Type="http://schemas.openxmlformats.org/officeDocument/2006/relationships/image" Target="../media/image390.png"/><Relationship Id="rId7" Type="http://schemas.openxmlformats.org/officeDocument/2006/relationships/image" Target="../media/image43.png"/><Relationship Id="rId12" Type="http://schemas.openxmlformats.org/officeDocument/2006/relationships/image" Target="../media/image36.png"/><Relationship Id="rId17" Type="http://schemas.openxmlformats.org/officeDocument/2006/relationships/image" Target="../media/image47.png"/><Relationship Id="rId2" Type="http://schemas.openxmlformats.org/officeDocument/2006/relationships/image" Target="../media/image140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2.png"/><Relationship Id="rId11" Type="http://schemas.openxmlformats.org/officeDocument/2006/relationships/image" Target="../media/image350.png"/><Relationship Id="rId5" Type="http://schemas.openxmlformats.org/officeDocument/2006/relationships/image" Target="../media/image41.png"/><Relationship Id="rId15" Type="http://schemas.openxmlformats.org/officeDocument/2006/relationships/image" Target="../media/image38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9.png"/><Relationship Id="rId7" Type="http://schemas.openxmlformats.org/officeDocument/2006/relationships/image" Target="../media/image350.png"/><Relationship Id="rId12" Type="http://schemas.openxmlformats.org/officeDocument/2006/relationships/image" Target="../media/image1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0.png"/><Relationship Id="rId11" Type="http://schemas.openxmlformats.org/officeDocument/2006/relationships/image" Target="../media/image38.png"/><Relationship Id="rId5" Type="http://schemas.openxmlformats.org/officeDocument/2006/relationships/image" Target="../media/image51.png"/><Relationship Id="rId10" Type="http://schemas.openxmlformats.org/officeDocument/2006/relationships/image" Target="../media/image37.png"/><Relationship Id="rId4" Type="http://schemas.openxmlformats.org/officeDocument/2006/relationships/image" Target="../media/image50.png"/><Relationship Id="rId9" Type="http://schemas.openxmlformats.org/officeDocument/2006/relationships/image" Target="../media/image15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150.png"/><Relationship Id="rId3" Type="http://schemas.openxmlformats.org/officeDocument/2006/relationships/image" Target="../media/image52.png"/><Relationship Id="rId7" Type="http://schemas.openxmlformats.org/officeDocument/2006/relationships/image" Target="../media/image23.png"/><Relationship Id="rId12" Type="http://schemas.openxmlformats.org/officeDocument/2006/relationships/image" Target="../media/image36.png"/><Relationship Id="rId17" Type="http://schemas.openxmlformats.org/officeDocument/2006/relationships/image" Target="../media/image57.png"/><Relationship Id="rId2" Type="http://schemas.openxmlformats.org/officeDocument/2006/relationships/image" Target="../media/image140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png"/><Relationship Id="rId11" Type="http://schemas.openxmlformats.org/officeDocument/2006/relationships/image" Target="../media/image350.png"/><Relationship Id="rId5" Type="http://schemas.openxmlformats.org/officeDocument/2006/relationships/image" Target="../media/image21.png"/><Relationship Id="rId15" Type="http://schemas.openxmlformats.org/officeDocument/2006/relationships/image" Target="../media/image38.png"/><Relationship Id="rId10" Type="http://schemas.openxmlformats.org/officeDocument/2006/relationships/image" Target="../media/image56.png"/><Relationship Id="rId4" Type="http://schemas.openxmlformats.org/officeDocument/2006/relationships/image" Target="../media/image53.png"/><Relationship Id="rId9" Type="http://schemas.openxmlformats.org/officeDocument/2006/relationships/image" Target="../media/image55.png"/><Relationship Id="rId14" Type="http://schemas.openxmlformats.org/officeDocument/2006/relationships/image" Target="../media/image3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9.png"/><Relationship Id="rId7" Type="http://schemas.openxmlformats.org/officeDocument/2006/relationships/image" Target="../media/image350.png"/><Relationship Id="rId12" Type="http://schemas.openxmlformats.org/officeDocument/2006/relationships/image" Target="../media/image1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0.png"/><Relationship Id="rId11" Type="http://schemas.openxmlformats.org/officeDocument/2006/relationships/image" Target="../media/image38.png"/><Relationship Id="rId5" Type="http://schemas.openxmlformats.org/officeDocument/2006/relationships/image" Target="../media/image59.png"/><Relationship Id="rId10" Type="http://schemas.openxmlformats.org/officeDocument/2006/relationships/image" Target="../media/image37.png"/><Relationship Id="rId4" Type="http://schemas.openxmlformats.org/officeDocument/2006/relationships/image" Target="../media/image50.png"/><Relationship Id="rId9" Type="http://schemas.openxmlformats.org/officeDocument/2006/relationships/image" Target="../media/image150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61.png"/><Relationship Id="rId7" Type="http://schemas.openxmlformats.org/officeDocument/2006/relationships/image" Target="../media/image6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62.png"/><Relationship Id="rId9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62.png"/><Relationship Id="rId3" Type="http://schemas.openxmlformats.org/officeDocument/2006/relationships/image" Target="../media/image65.png"/><Relationship Id="rId7" Type="http://schemas.openxmlformats.org/officeDocument/2006/relationships/image" Target="../media/image43.png"/><Relationship Id="rId12" Type="http://schemas.openxmlformats.org/officeDocument/2006/relationships/image" Target="../media/image61.png"/><Relationship Id="rId17" Type="http://schemas.openxmlformats.org/officeDocument/2006/relationships/image" Target="../media/image18.png"/><Relationship Id="rId2" Type="http://schemas.openxmlformats.org/officeDocument/2006/relationships/image" Target="../media/image140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2.png"/><Relationship Id="rId11" Type="http://schemas.openxmlformats.org/officeDocument/2006/relationships/image" Target="../media/image69.png"/><Relationship Id="rId5" Type="http://schemas.openxmlformats.org/officeDocument/2006/relationships/image" Target="../media/image41.png"/><Relationship Id="rId1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6.png"/><Relationship Id="rId9" Type="http://schemas.openxmlformats.org/officeDocument/2006/relationships/image" Target="../media/image67.png"/><Relationship Id="rId14" Type="http://schemas.openxmlformats.org/officeDocument/2006/relationships/image" Target="../media/image15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73.png"/><Relationship Id="rId3" Type="http://schemas.openxmlformats.org/officeDocument/2006/relationships/image" Target="../media/image70.png"/><Relationship Id="rId7" Type="http://schemas.openxmlformats.org/officeDocument/2006/relationships/image" Target="../media/image61.png"/><Relationship Id="rId12" Type="http://schemas.openxmlformats.org/officeDocument/2006/relationships/image" Target="../media/image18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0.png"/><Relationship Id="rId11" Type="http://schemas.openxmlformats.org/officeDocument/2006/relationships/image" Target="../media/image64.png"/><Relationship Id="rId5" Type="http://schemas.openxmlformats.org/officeDocument/2006/relationships/image" Target="../media/image72.png"/><Relationship Id="rId10" Type="http://schemas.openxmlformats.org/officeDocument/2006/relationships/image" Target="../media/image63.png"/><Relationship Id="rId4" Type="http://schemas.openxmlformats.org/officeDocument/2006/relationships/image" Target="../media/image71.png"/><Relationship Id="rId9" Type="http://schemas.openxmlformats.org/officeDocument/2006/relationships/image" Target="../media/image15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62.png"/><Relationship Id="rId3" Type="http://schemas.openxmlformats.org/officeDocument/2006/relationships/image" Target="../media/image74.png"/><Relationship Id="rId7" Type="http://schemas.openxmlformats.org/officeDocument/2006/relationships/image" Target="../media/image23.png"/><Relationship Id="rId12" Type="http://schemas.openxmlformats.org/officeDocument/2006/relationships/image" Target="../media/image61.png"/><Relationship Id="rId17" Type="http://schemas.openxmlformats.org/officeDocument/2006/relationships/image" Target="../media/image18.png"/><Relationship Id="rId2" Type="http://schemas.openxmlformats.org/officeDocument/2006/relationships/image" Target="../media/image140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png"/><Relationship Id="rId11" Type="http://schemas.openxmlformats.org/officeDocument/2006/relationships/image" Target="../media/image57.png"/><Relationship Id="rId5" Type="http://schemas.openxmlformats.org/officeDocument/2006/relationships/image" Target="../media/image21.png"/><Relationship Id="rId15" Type="http://schemas.openxmlformats.org/officeDocument/2006/relationships/image" Target="../media/image63.png"/><Relationship Id="rId10" Type="http://schemas.openxmlformats.org/officeDocument/2006/relationships/image" Target="../media/image77.png"/><Relationship Id="rId4" Type="http://schemas.openxmlformats.org/officeDocument/2006/relationships/image" Target="../media/image75.png"/><Relationship Id="rId9" Type="http://schemas.openxmlformats.org/officeDocument/2006/relationships/image" Target="../media/image76.png"/><Relationship Id="rId14" Type="http://schemas.openxmlformats.org/officeDocument/2006/relationships/image" Target="../media/image15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80.png"/><Relationship Id="rId3" Type="http://schemas.openxmlformats.org/officeDocument/2006/relationships/image" Target="../media/image78.png"/><Relationship Id="rId7" Type="http://schemas.openxmlformats.org/officeDocument/2006/relationships/image" Target="../media/image61.png"/><Relationship Id="rId12" Type="http://schemas.openxmlformats.org/officeDocument/2006/relationships/image" Target="../media/image1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40.png"/><Relationship Id="rId11" Type="http://schemas.openxmlformats.org/officeDocument/2006/relationships/image" Target="../media/image64.png"/><Relationship Id="rId5" Type="http://schemas.openxmlformats.org/officeDocument/2006/relationships/image" Target="../media/image79.png"/><Relationship Id="rId10" Type="http://schemas.openxmlformats.org/officeDocument/2006/relationships/image" Target="../media/image63.png"/><Relationship Id="rId4" Type="http://schemas.openxmlformats.org/officeDocument/2006/relationships/image" Target="../media/image71.png"/><Relationship Id="rId9" Type="http://schemas.openxmlformats.org/officeDocument/2006/relationships/image" Target="../media/image15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ctrTitle"/>
          </p:nvPr>
        </p:nvSpPr>
        <p:spPr>
          <a:xfrm>
            <a:off x="2513339" y="1629482"/>
            <a:ext cx="8993387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s-MX" dirty="0"/>
              <a:t>Método del ACI para elementos tipo PLACA</a:t>
            </a:r>
            <a:br>
              <a:rPr lang="es-MX" dirty="0"/>
            </a:br>
            <a:r>
              <a:rPr lang="es-MX" dirty="0"/>
              <a:t>(Losas en dos sentidos)</a:t>
            </a:r>
            <a:endParaRPr dirty="0"/>
          </a:p>
        </p:txBody>
      </p:sp>
      <p:sp>
        <p:nvSpPr>
          <p:cNvPr id="91" name="Google Shape;91;p19"/>
          <p:cNvSpPr txBox="1">
            <a:spLocks noGrp="1"/>
          </p:cNvSpPr>
          <p:nvPr>
            <p:ph type="subTitle" idx="1"/>
          </p:nvPr>
        </p:nvSpPr>
        <p:spPr>
          <a:xfrm>
            <a:off x="2513339" y="4117792"/>
            <a:ext cx="8993387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PE" dirty="0"/>
              <a:t>ING° ALAIN ELVIS ALANOCA ARAGÓN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PE" dirty="0"/>
              <a:t>ANÁLISIS ESTRUCTURAL II</a:t>
            </a:r>
            <a:endParaRPr dirty="0"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2"/>
          </p:nvPr>
        </p:nvSpPr>
        <p:spPr>
          <a:xfrm>
            <a:off x="725488" y="5894388"/>
            <a:ext cx="10780712" cy="341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PE" dirty="0"/>
              <a:t>INGENIERIA CIVIL - FILIAL CUSCO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s-PE" dirty="0"/>
              <a:t>2021 - II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55688" y="908050"/>
            <a:ext cx="10801350" cy="64874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MX" b="1" dirty="0"/>
              <a:t>PROPOSITO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95326" y="3068638"/>
            <a:ext cx="10801349" cy="154303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b="1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Aplica la metodología del ACI para el análisis de elementos tipo Placa</a:t>
            </a:r>
            <a:endParaRPr lang="es-MX" b="1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356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351B26-D68B-45B8-8A46-56CCA2F47E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22" t="20390" r="28068" b="43027"/>
          <a:stretch/>
        </p:blipFill>
        <p:spPr>
          <a:xfrm>
            <a:off x="972561" y="1690688"/>
            <a:ext cx="9803389" cy="479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48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351B26-D68B-45B8-8A46-56CCA2F47E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922" t="20390" r="49191" b="43027"/>
          <a:stretch/>
        </p:blipFill>
        <p:spPr>
          <a:xfrm>
            <a:off x="972561" y="1690688"/>
            <a:ext cx="4874057" cy="4799767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F3C52E7-D70D-4C69-90DF-B38DCE689CD8}"/>
              </a:ext>
            </a:extLst>
          </p:cNvPr>
          <p:cNvCxnSpPr/>
          <p:nvPr/>
        </p:nvCxnSpPr>
        <p:spPr>
          <a:xfrm>
            <a:off x="1774825" y="3429000"/>
            <a:ext cx="3018848" cy="1177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EBB5DD8-D50A-4EE8-A216-1966C133DF76}"/>
              </a:ext>
            </a:extLst>
          </p:cNvPr>
          <p:cNvCxnSpPr/>
          <p:nvPr/>
        </p:nvCxnSpPr>
        <p:spPr>
          <a:xfrm>
            <a:off x="2008909" y="3269673"/>
            <a:ext cx="3007591" cy="1593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BFCEC419-0165-421A-89D7-F6F593892432}"/>
              </a:ext>
            </a:extLst>
          </p:cNvPr>
          <p:cNvSpPr/>
          <p:nvPr/>
        </p:nvSpPr>
        <p:spPr>
          <a:xfrm>
            <a:off x="6816725" y="2349500"/>
            <a:ext cx="5040313" cy="39592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AB44F67-9BBA-417A-AD2A-11F202E1CA8A}"/>
              </a:ext>
            </a:extLst>
          </p:cNvPr>
          <p:cNvSpPr/>
          <p:nvPr/>
        </p:nvSpPr>
        <p:spPr>
          <a:xfrm rot="5400000">
            <a:off x="4906036" y="4257807"/>
            <a:ext cx="3996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F234D30-385B-4D3E-B9D4-177E527492FA}"/>
              </a:ext>
            </a:extLst>
          </p:cNvPr>
          <p:cNvSpPr/>
          <p:nvPr/>
        </p:nvSpPr>
        <p:spPr>
          <a:xfrm>
            <a:off x="6816725" y="2366601"/>
            <a:ext cx="5040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76C5EE3-D439-4B71-9400-438AF9CF843F}"/>
              </a:ext>
            </a:extLst>
          </p:cNvPr>
          <p:cNvSpPr/>
          <p:nvPr/>
        </p:nvSpPr>
        <p:spPr>
          <a:xfrm>
            <a:off x="6844170" y="4418806"/>
            <a:ext cx="5040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50B0ADE-2644-425E-B7CD-FBC6C4A25E34}"/>
              </a:ext>
            </a:extLst>
          </p:cNvPr>
          <p:cNvSpPr/>
          <p:nvPr/>
        </p:nvSpPr>
        <p:spPr>
          <a:xfrm>
            <a:off x="6816725" y="6129338"/>
            <a:ext cx="5040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D7BAFD5-2BEF-406D-BB3B-9D7F6C0B42EC}"/>
              </a:ext>
            </a:extLst>
          </p:cNvPr>
          <p:cNvSpPr/>
          <p:nvPr/>
        </p:nvSpPr>
        <p:spPr>
          <a:xfrm rot="5400000">
            <a:off x="7244760" y="4257808"/>
            <a:ext cx="3996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578F67D-9742-4029-9823-1ACF206CB95C}"/>
              </a:ext>
            </a:extLst>
          </p:cNvPr>
          <p:cNvSpPr/>
          <p:nvPr/>
        </p:nvSpPr>
        <p:spPr>
          <a:xfrm rot="5400000">
            <a:off x="9769031" y="4274908"/>
            <a:ext cx="3996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8A4CC22F-4BCE-4DAE-B2A9-0880E99E4188}"/>
              </a:ext>
            </a:extLst>
          </p:cNvPr>
          <p:cNvCxnSpPr/>
          <p:nvPr/>
        </p:nvCxnSpPr>
        <p:spPr>
          <a:xfrm>
            <a:off x="7358460" y="2708275"/>
            <a:ext cx="3860979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43B1C20-6CBF-44EE-BACA-0FE0949C9660}"/>
              </a:ext>
            </a:extLst>
          </p:cNvPr>
          <p:cNvSpPr txBox="1"/>
          <p:nvPr/>
        </p:nvSpPr>
        <p:spPr>
          <a:xfrm>
            <a:off x="6745178" y="1926182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/>
              <a:t>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5D83C75D-2129-4C9E-B9CC-28FDB6E31B17}"/>
              </a:ext>
            </a:extLst>
          </p:cNvPr>
          <p:cNvSpPr txBox="1"/>
          <p:nvPr/>
        </p:nvSpPr>
        <p:spPr>
          <a:xfrm>
            <a:off x="9046454" y="1899025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/>
              <a:t>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5FA2CD2-7251-4436-B999-56D4D232EB85}"/>
              </a:ext>
            </a:extLst>
          </p:cNvPr>
          <p:cNvSpPr txBox="1"/>
          <p:nvPr/>
        </p:nvSpPr>
        <p:spPr>
          <a:xfrm>
            <a:off x="11679180" y="1953175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/>
              <a:t>C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671D2D9-6825-4EB8-9969-7C4758DC1030}"/>
              </a:ext>
            </a:extLst>
          </p:cNvPr>
          <p:cNvSpPr/>
          <p:nvPr/>
        </p:nvSpPr>
        <p:spPr>
          <a:xfrm>
            <a:off x="6816725" y="2961757"/>
            <a:ext cx="5040000" cy="3603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D9CBE9C-3D97-422D-B158-52850F62B1B3}"/>
              </a:ext>
            </a:extLst>
          </p:cNvPr>
          <p:cNvCxnSpPr/>
          <p:nvPr/>
        </p:nvCxnSpPr>
        <p:spPr>
          <a:xfrm>
            <a:off x="8058436" y="1628775"/>
            <a:ext cx="0" cy="522029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579AAA26-6E15-4F6B-83EA-68F6D88373F9}"/>
              </a:ext>
            </a:extLst>
          </p:cNvPr>
          <p:cNvCxnSpPr/>
          <p:nvPr/>
        </p:nvCxnSpPr>
        <p:spPr>
          <a:xfrm>
            <a:off x="10417175" y="1637708"/>
            <a:ext cx="0" cy="522029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40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351B26-D68B-45B8-8A46-56CCA2F47E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78" t="20390" r="28068" b="43027"/>
          <a:stretch/>
        </p:blipFill>
        <p:spPr>
          <a:xfrm>
            <a:off x="515938" y="1628775"/>
            <a:ext cx="4679950" cy="4799767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62F0AB84-6F08-4BB5-A4CD-7752B7D96C86}"/>
              </a:ext>
            </a:extLst>
          </p:cNvPr>
          <p:cNvSpPr/>
          <p:nvPr/>
        </p:nvSpPr>
        <p:spPr>
          <a:xfrm>
            <a:off x="6371305" y="2096033"/>
            <a:ext cx="5040313" cy="39592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E0F6A8B-645E-4731-8942-3AFFDC19E082}"/>
              </a:ext>
            </a:extLst>
          </p:cNvPr>
          <p:cNvSpPr/>
          <p:nvPr/>
        </p:nvSpPr>
        <p:spPr>
          <a:xfrm rot="5400000">
            <a:off x="4460616" y="4004340"/>
            <a:ext cx="3996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6701D11-8B9D-4F84-BF0A-9831299DE059}"/>
              </a:ext>
            </a:extLst>
          </p:cNvPr>
          <p:cNvSpPr/>
          <p:nvPr/>
        </p:nvSpPr>
        <p:spPr>
          <a:xfrm>
            <a:off x="6371305" y="2113134"/>
            <a:ext cx="5040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C6E0377-3D0F-4A4D-8961-EC491D1232DA}"/>
              </a:ext>
            </a:extLst>
          </p:cNvPr>
          <p:cNvSpPr/>
          <p:nvPr/>
        </p:nvSpPr>
        <p:spPr>
          <a:xfrm>
            <a:off x="6398750" y="4165339"/>
            <a:ext cx="5040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113E209-C8EC-4CF4-A4EB-9B065D95EC1B}"/>
              </a:ext>
            </a:extLst>
          </p:cNvPr>
          <p:cNvSpPr/>
          <p:nvPr/>
        </p:nvSpPr>
        <p:spPr>
          <a:xfrm>
            <a:off x="6371305" y="5875871"/>
            <a:ext cx="5040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6E24EC1-2AA9-492D-9F9F-A01A7D2D4E88}"/>
              </a:ext>
            </a:extLst>
          </p:cNvPr>
          <p:cNvSpPr/>
          <p:nvPr/>
        </p:nvSpPr>
        <p:spPr>
          <a:xfrm rot="5400000">
            <a:off x="6799340" y="4004341"/>
            <a:ext cx="3996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BBB3FB2-81E8-446E-A4C0-AF1106F0BF14}"/>
              </a:ext>
            </a:extLst>
          </p:cNvPr>
          <p:cNvSpPr/>
          <p:nvPr/>
        </p:nvSpPr>
        <p:spPr>
          <a:xfrm rot="5400000">
            <a:off x="9323611" y="4021441"/>
            <a:ext cx="3996000" cy="179387"/>
          </a:xfrm>
          <a:prstGeom prst="rect">
            <a:avLst/>
          </a:prstGeom>
          <a:solidFill>
            <a:schemeClr val="accent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9CA38C66-094E-4797-B8EA-405B1870E817}"/>
              </a:ext>
            </a:extLst>
          </p:cNvPr>
          <p:cNvCxnSpPr/>
          <p:nvPr/>
        </p:nvCxnSpPr>
        <p:spPr>
          <a:xfrm>
            <a:off x="6686460" y="2360911"/>
            <a:ext cx="3860979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6D56A7B-1FAD-4E99-9765-3D8D56E6D9CC}"/>
              </a:ext>
            </a:extLst>
          </p:cNvPr>
          <p:cNvSpPr txBox="1"/>
          <p:nvPr/>
        </p:nvSpPr>
        <p:spPr>
          <a:xfrm>
            <a:off x="6299758" y="1672715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/>
              <a:t>A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1328888-0888-40EB-A950-D5498A9B9CD1}"/>
              </a:ext>
            </a:extLst>
          </p:cNvPr>
          <p:cNvSpPr txBox="1"/>
          <p:nvPr/>
        </p:nvSpPr>
        <p:spPr>
          <a:xfrm>
            <a:off x="8601034" y="1645558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/>
              <a:t>B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79F4CE7-AB54-4D68-A5E3-921ACDFE95B4}"/>
              </a:ext>
            </a:extLst>
          </p:cNvPr>
          <p:cNvSpPr txBox="1"/>
          <p:nvPr/>
        </p:nvSpPr>
        <p:spPr>
          <a:xfrm>
            <a:off x="11233760" y="1699708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400" b="1" dirty="0"/>
              <a:t>C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D8A2A90-C159-4A64-89C7-7B9CAD1BA915}"/>
              </a:ext>
            </a:extLst>
          </p:cNvPr>
          <p:cNvSpPr/>
          <p:nvPr/>
        </p:nvSpPr>
        <p:spPr>
          <a:xfrm>
            <a:off x="6371305" y="2708290"/>
            <a:ext cx="5040000" cy="3603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DFA9A20-920E-4C98-B07C-964CFDBC8F3D}"/>
              </a:ext>
            </a:extLst>
          </p:cNvPr>
          <p:cNvCxnSpPr/>
          <p:nvPr/>
        </p:nvCxnSpPr>
        <p:spPr>
          <a:xfrm>
            <a:off x="7613016" y="1375308"/>
            <a:ext cx="0" cy="522029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070A5A21-FA8D-4319-BF10-DED67F06ADE5}"/>
              </a:ext>
            </a:extLst>
          </p:cNvPr>
          <p:cNvCxnSpPr/>
          <p:nvPr/>
        </p:nvCxnSpPr>
        <p:spPr>
          <a:xfrm>
            <a:off x="9971755" y="1384241"/>
            <a:ext cx="0" cy="522029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54DCF5D3-7D4C-46E8-8E93-3BB6CC932022}"/>
              </a:ext>
            </a:extLst>
          </p:cNvPr>
          <p:cNvSpPr/>
          <p:nvPr/>
        </p:nvSpPr>
        <p:spPr>
          <a:xfrm rot="5400000">
            <a:off x="6338975" y="3901067"/>
            <a:ext cx="3948035" cy="3603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CA442B9-9C48-4772-806F-9A1D7F31C30A}"/>
              </a:ext>
            </a:extLst>
          </p:cNvPr>
          <p:cNvCxnSpPr>
            <a:cxnSpLocks/>
          </p:cNvCxnSpPr>
          <p:nvPr/>
        </p:nvCxnSpPr>
        <p:spPr>
          <a:xfrm>
            <a:off x="9179053" y="2201998"/>
            <a:ext cx="0" cy="3752065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ACA9D68-CE5E-4610-8A80-0C40932BF801}"/>
              </a:ext>
            </a:extLst>
          </p:cNvPr>
          <p:cNvCxnSpPr/>
          <p:nvPr/>
        </p:nvCxnSpPr>
        <p:spPr>
          <a:xfrm>
            <a:off x="1922386" y="2848131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DB72AEA4-4530-4D14-9F90-05EAD8AAA7E7}"/>
              </a:ext>
            </a:extLst>
          </p:cNvPr>
          <p:cNvCxnSpPr/>
          <p:nvPr/>
        </p:nvCxnSpPr>
        <p:spPr>
          <a:xfrm>
            <a:off x="1922386" y="2888758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20294B11-F626-4946-BC36-1C9CEF8E0275}"/>
              </a:ext>
            </a:extLst>
          </p:cNvPr>
          <p:cNvCxnSpPr/>
          <p:nvPr/>
        </p:nvCxnSpPr>
        <p:spPr>
          <a:xfrm>
            <a:off x="2682174" y="3206050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5D93B5F-497B-46A3-A0CE-BF426A4D50C3}"/>
              </a:ext>
            </a:extLst>
          </p:cNvPr>
          <p:cNvCxnSpPr/>
          <p:nvPr/>
        </p:nvCxnSpPr>
        <p:spPr>
          <a:xfrm>
            <a:off x="2684674" y="3268510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75D7AEC-067F-47CC-86B5-DE7086A02F0D}"/>
              </a:ext>
            </a:extLst>
          </p:cNvPr>
          <p:cNvCxnSpPr/>
          <p:nvPr/>
        </p:nvCxnSpPr>
        <p:spPr>
          <a:xfrm>
            <a:off x="3935413" y="2918738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0D5569FE-D5ED-4A71-B819-9CFAAC19F38F}"/>
              </a:ext>
            </a:extLst>
          </p:cNvPr>
          <p:cNvCxnSpPr/>
          <p:nvPr/>
        </p:nvCxnSpPr>
        <p:spPr>
          <a:xfrm>
            <a:off x="3935413" y="2931883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217C93F-31BB-40C7-90FF-077EE8809A95}"/>
              </a:ext>
            </a:extLst>
          </p:cNvPr>
          <p:cNvCxnSpPr/>
          <p:nvPr/>
        </p:nvCxnSpPr>
        <p:spPr>
          <a:xfrm flipH="1">
            <a:off x="3575050" y="2096033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4483BAA-BE95-4F3B-9A6E-73B462EAE88B}"/>
              </a:ext>
            </a:extLst>
          </p:cNvPr>
          <p:cNvCxnSpPr/>
          <p:nvPr/>
        </p:nvCxnSpPr>
        <p:spPr>
          <a:xfrm flipH="1">
            <a:off x="3610945" y="2145414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2E2E8D2B-A91F-4EE1-9BEF-1F72F8317763}"/>
              </a:ext>
            </a:extLst>
          </p:cNvPr>
          <p:cNvCxnSpPr/>
          <p:nvPr/>
        </p:nvCxnSpPr>
        <p:spPr>
          <a:xfrm flipH="1">
            <a:off x="3043231" y="3136071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93C9CAD-206E-45F4-B805-ED9CD9FF4C63}"/>
              </a:ext>
            </a:extLst>
          </p:cNvPr>
          <p:cNvCxnSpPr/>
          <p:nvPr/>
        </p:nvCxnSpPr>
        <p:spPr>
          <a:xfrm flipH="1">
            <a:off x="3089626" y="3136071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4942B330-1F1C-4CF0-8A50-1400A55AE24F}"/>
              </a:ext>
            </a:extLst>
          </p:cNvPr>
          <p:cNvCxnSpPr/>
          <p:nvPr/>
        </p:nvCxnSpPr>
        <p:spPr>
          <a:xfrm flipH="1">
            <a:off x="2416799" y="3525165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5285FD62-BDAE-4272-BBCA-7C02B1F5B73C}"/>
              </a:ext>
            </a:extLst>
          </p:cNvPr>
          <p:cNvCxnSpPr/>
          <p:nvPr/>
        </p:nvCxnSpPr>
        <p:spPr>
          <a:xfrm flipH="1">
            <a:off x="2457951" y="3565792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CEBC2145-6BDD-47AC-812D-863FEFF375A3}"/>
              </a:ext>
            </a:extLst>
          </p:cNvPr>
          <p:cNvCxnSpPr/>
          <p:nvPr/>
        </p:nvCxnSpPr>
        <p:spPr>
          <a:xfrm>
            <a:off x="1055688" y="6109135"/>
            <a:ext cx="360045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CF5046F-F7B0-4446-9334-82B1984BFA1D}"/>
              </a:ext>
            </a:extLst>
          </p:cNvPr>
          <p:cNvCxnSpPr/>
          <p:nvPr/>
        </p:nvCxnSpPr>
        <p:spPr>
          <a:xfrm>
            <a:off x="1055688" y="5741233"/>
            <a:ext cx="0" cy="367902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1116F0CD-9849-466F-86A3-71AA783924CB}"/>
              </a:ext>
            </a:extLst>
          </p:cNvPr>
          <p:cNvCxnSpPr/>
          <p:nvPr/>
        </p:nvCxnSpPr>
        <p:spPr>
          <a:xfrm>
            <a:off x="4656138" y="5770112"/>
            <a:ext cx="0" cy="367902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86E937AC-DEEF-48DC-8E16-A6AC1BDE6C96}"/>
              </a:ext>
            </a:extLst>
          </p:cNvPr>
          <p:cNvSpPr/>
          <p:nvPr/>
        </p:nvSpPr>
        <p:spPr>
          <a:xfrm>
            <a:off x="1049311" y="5741233"/>
            <a:ext cx="3642610" cy="719649"/>
          </a:xfrm>
          <a:custGeom>
            <a:avLst/>
            <a:gdLst>
              <a:gd name="connsiteX0" fmla="*/ 0 w 3642610"/>
              <a:gd name="connsiteY0" fmla="*/ 0 h 719649"/>
              <a:gd name="connsiteX1" fmla="*/ 1499017 w 3642610"/>
              <a:gd name="connsiteY1" fmla="*/ 719528 h 719649"/>
              <a:gd name="connsiteX2" fmla="*/ 3642610 w 3642610"/>
              <a:gd name="connsiteY2" fmla="*/ 44970 h 719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42610" h="719649">
                <a:moveTo>
                  <a:pt x="0" y="0"/>
                </a:moveTo>
                <a:cubicBezTo>
                  <a:pt x="445957" y="356016"/>
                  <a:pt x="891915" y="712033"/>
                  <a:pt x="1499017" y="719528"/>
                </a:cubicBezTo>
                <a:cubicBezTo>
                  <a:pt x="2106119" y="727023"/>
                  <a:pt x="2874364" y="385996"/>
                  <a:pt x="3642610" y="44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841F693-3EEA-42D0-9994-6616789221E9}"/>
              </a:ext>
            </a:extLst>
          </p:cNvPr>
          <p:cNvSpPr txBox="1"/>
          <p:nvPr/>
        </p:nvSpPr>
        <p:spPr>
          <a:xfrm>
            <a:off x="736851" y="5477958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28C88C2-6808-49BE-A6CC-F1517ADA1391}"/>
              </a:ext>
            </a:extLst>
          </p:cNvPr>
          <p:cNvSpPr txBox="1"/>
          <p:nvPr/>
        </p:nvSpPr>
        <p:spPr>
          <a:xfrm>
            <a:off x="4321177" y="5462335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D0F8766-20EF-454D-99BA-4FB9F7DF48B0}"/>
              </a:ext>
            </a:extLst>
          </p:cNvPr>
          <p:cNvSpPr txBox="1"/>
          <p:nvPr/>
        </p:nvSpPr>
        <p:spPr>
          <a:xfrm>
            <a:off x="2130425" y="6480965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</a:t>
            </a:r>
            <a:r>
              <a:rPr lang="es-MX" dirty="0">
                <a:solidFill>
                  <a:srgbClr val="0070C0"/>
                </a:solidFill>
              </a:rPr>
              <a:t>+</a:t>
            </a:r>
            <a:endParaRPr lang="es-PE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915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351B26-D68B-45B8-8A46-56CCA2F47E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78" t="20390" r="28068" b="43027"/>
          <a:stretch/>
        </p:blipFill>
        <p:spPr>
          <a:xfrm>
            <a:off x="515938" y="1628775"/>
            <a:ext cx="4679950" cy="4799767"/>
          </a:xfrm>
          <a:prstGeom prst="rect">
            <a:avLst/>
          </a:prstGeom>
        </p:spPr>
      </p:pic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ACA9D68-CE5E-4610-8A80-0C40932BF801}"/>
              </a:ext>
            </a:extLst>
          </p:cNvPr>
          <p:cNvCxnSpPr/>
          <p:nvPr/>
        </p:nvCxnSpPr>
        <p:spPr>
          <a:xfrm>
            <a:off x="1922386" y="2848131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DB72AEA4-4530-4D14-9F90-05EAD8AAA7E7}"/>
              </a:ext>
            </a:extLst>
          </p:cNvPr>
          <p:cNvCxnSpPr/>
          <p:nvPr/>
        </p:nvCxnSpPr>
        <p:spPr>
          <a:xfrm>
            <a:off x="1922386" y="2888758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20294B11-F626-4946-BC36-1C9CEF8E0275}"/>
              </a:ext>
            </a:extLst>
          </p:cNvPr>
          <p:cNvCxnSpPr/>
          <p:nvPr/>
        </p:nvCxnSpPr>
        <p:spPr>
          <a:xfrm>
            <a:off x="2682174" y="3206050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5D93B5F-497B-46A3-A0CE-BF426A4D50C3}"/>
              </a:ext>
            </a:extLst>
          </p:cNvPr>
          <p:cNvCxnSpPr/>
          <p:nvPr/>
        </p:nvCxnSpPr>
        <p:spPr>
          <a:xfrm>
            <a:off x="2684674" y="3268510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75D7AEC-067F-47CC-86B5-DE7086A02F0D}"/>
              </a:ext>
            </a:extLst>
          </p:cNvPr>
          <p:cNvCxnSpPr/>
          <p:nvPr/>
        </p:nvCxnSpPr>
        <p:spPr>
          <a:xfrm>
            <a:off x="3935413" y="2918738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0D5569FE-D5ED-4A71-B819-9CFAAC19F38F}"/>
              </a:ext>
            </a:extLst>
          </p:cNvPr>
          <p:cNvCxnSpPr/>
          <p:nvPr/>
        </p:nvCxnSpPr>
        <p:spPr>
          <a:xfrm>
            <a:off x="3935413" y="2931883"/>
            <a:ext cx="5731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6217C93F-31BB-40C7-90FF-077EE8809A95}"/>
              </a:ext>
            </a:extLst>
          </p:cNvPr>
          <p:cNvCxnSpPr/>
          <p:nvPr/>
        </p:nvCxnSpPr>
        <p:spPr>
          <a:xfrm flipH="1">
            <a:off x="3575050" y="2096033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94483BAA-BE95-4F3B-9A6E-73B462EAE88B}"/>
              </a:ext>
            </a:extLst>
          </p:cNvPr>
          <p:cNvCxnSpPr/>
          <p:nvPr/>
        </p:nvCxnSpPr>
        <p:spPr>
          <a:xfrm flipH="1">
            <a:off x="3610945" y="2145414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2E2E8D2B-A91F-4EE1-9BEF-1F72F8317763}"/>
              </a:ext>
            </a:extLst>
          </p:cNvPr>
          <p:cNvCxnSpPr/>
          <p:nvPr/>
        </p:nvCxnSpPr>
        <p:spPr>
          <a:xfrm flipH="1">
            <a:off x="3043231" y="3136071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93C9CAD-206E-45F4-B805-ED9CD9FF4C63}"/>
              </a:ext>
            </a:extLst>
          </p:cNvPr>
          <p:cNvCxnSpPr/>
          <p:nvPr/>
        </p:nvCxnSpPr>
        <p:spPr>
          <a:xfrm flipH="1">
            <a:off x="3089626" y="3136071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4942B330-1F1C-4CF0-8A50-1400A55AE24F}"/>
              </a:ext>
            </a:extLst>
          </p:cNvPr>
          <p:cNvCxnSpPr/>
          <p:nvPr/>
        </p:nvCxnSpPr>
        <p:spPr>
          <a:xfrm flipH="1">
            <a:off x="2416799" y="3525165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5285FD62-BDAE-4272-BBCA-7C02B1F5B73C}"/>
              </a:ext>
            </a:extLst>
          </p:cNvPr>
          <p:cNvCxnSpPr/>
          <p:nvPr/>
        </p:nvCxnSpPr>
        <p:spPr>
          <a:xfrm flipH="1">
            <a:off x="2457951" y="3565792"/>
            <a:ext cx="157501" cy="2648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CEBC2145-6BDD-47AC-812D-863FEFF375A3}"/>
              </a:ext>
            </a:extLst>
          </p:cNvPr>
          <p:cNvCxnSpPr/>
          <p:nvPr/>
        </p:nvCxnSpPr>
        <p:spPr>
          <a:xfrm>
            <a:off x="1055688" y="6109135"/>
            <a:ext cx="360045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1116F0CD-9849-466F-86A3-71AA783924CB}"/>
              </a:ext>
            </a:extLst>
          </p:cNvPr>
          <p:cNvCxnSpPr/>
          <p:nvPr/>
        </p:nvCxnSpPr>
        <p:spPr>
          <a:xfrm>
            <a:off x="4656138" y="5770112"/>
            <a:ext cx="0" cy="367902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1" name="Forma libre: forma 40">
            <a:extLst>
              <a:ext uri="{FF2B5EF4-FFF2-40B4-BE49-F238E27FC236}">
                <a16:creationId xmlns:a16="http://schemas.microsoft.com/office/drawing/2014/main" id="{86E937AC-DEEF-48DC-8E16-A6AC1BDE6C96}"/>
              </a:ext>
            </a:extLst>
          </p:cNvPr>
          <p:cNvSpPr/>
          <p:nvPr/>
        </p:nvSpPr>
        <p:spPr>
          <a:xfrm>
            <a:off x="1049311" y="5741233"/>
            <a:ext cx="3642610" cy="719649"/>
          </a:xfrm>
          <a:custGeom>
            <a:avLst/>
            <a:gdLst>
              <a:gd name="connsiteX0" fmla="*/ 0 w 3642610"/>
              <a:gd name="connsiteY0" fmla="*/ 0 h 719649"/>
              <a:gd name="connsiteX1" fmla="*/ 1499017 w 3642610"/>
              <a:gd name="connsiteY1" fmla="*/ 719528 h 719649"/>
              <a:gd name="connsiteX2" fmla="*/ 3642610 w 3642610"/>
              <a:gd name="connsiteY2" fmla="*/ 44970 h 719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42610" h="719649">
                <a:moveTo>
                  <a:pt x="0" y="0"/>
                </a:moveTo>
                <a:cubicBezTo>
                  <a:pt x="445957" y="356016"/>
                  <a:pt x="891915" y="712033"/>
                  <a:pt x="1499017" y="719528"/>
                </a:cubicBezTo>
                <a:cubicBezTo>
                  <a:pt x="2106119" y="727023"/>
                  <a:pt x="2874364" y="385996"/>
                  <a:pt x="3642610" y="44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841F693-3EEA-42D0-9994-6616789221E9}"/>
              </a:ext>
            </a:extLst>
          </p:cNvPr>
          <p:cNvSpPr txBox="1"/>
          <p:nvPr/>
        </p:nvSpPr>
        <p:spPr>
          <a:xfrm>
            <a:off x="736851" y="5477958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28C88C2-6808-49BE-A6CC-F1517ADA1391}"/>
              </a:ext>
            </a:extLst>
          </p:cNvPr>
          <p:cNvSpPr txBox="1"/>
          <p:nvPr/>
        </p:nvSpPr>
        <p:spPr>
          <a:xfrm>
            <a:off x="4321177" y="5462335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D0F8766-20EF-454D-99BA-4FB9F7DF48B0}"/>
              </a:ext>
            </a:extLst>
          </p:cNvPr>
          <p:cNvSpPr txBox="1"/>
          <p:nvPr/>
        </p:nvSpPr>
        <p:spPr>
          <a:xfrm>
            <a:off x="2130425" y="6480965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</a:t>
            </a:r>
            <a:r>
              <a:rPr lang="es-MX" dirty="0">
                <a:solidFill>
                  <a:srgbClr val="0070C0"/>
                </a:solidFill>
              </a:rPr>
              <a:t>+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5DEB9A19-D962-408A-B5AD-F871AFAFFEBD}"/>
              </a:ext>
            </a:extLst>
          </p:cNvPr>
          <p:cNvCxnSpPr/>
          <p:nvPr/>
        </p:nvCxnSpPr>
        <p:spPr>
          <a:xfrm>
            <a:off x="9144000" y="1864895"/>
            <a:ext cx="0" cy="3876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29FC5A02-912F-4EB3-97B8-6E223619A1F2}"/>
              </a:ext>
            </a:extLst>
          </p:cNvPr>
          <p:cNvCxnSpPr/>
          <p:nvPr/>
        </p:nvCxnSpPr>
        <p:spPr>
          <a:xfrm flipH="1">
            <a:off x="8734926" y="1864895"/>
            <a:ext cx="40907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F5F8D1EE-CB47-4C61-9369-9008B65DC07B}"/>
              </a:ext>
            </a:extLst>
          </p:cNvPr>
          <p:cNvCxnSpPr/>
          <p:nvPr/>
        </p:nvCxnSpPr>
        <p:spPr>
          <a:xfrm flipH="1">
            <a:off x="8734926" y="5741233"/>
            <a:ext cx="40907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orma libre: forma 35">
            <a:extLst>
              <a:ext uri="{FF2B5EF4-FFF2-40B4-BE49-F238E27FC236}">
                <a16:creationId xmlns:a16="http://schemas.microsoft.com/office/drawing/2014/main" id="{5282E714-715F-428A-8972-DC373D504512}"/>
              </a:ext>
            </a:extLst>
          </p:cNvPr>
          <p:cNvSpPr/>
          <p:nvPr/>
        </p:nvSpPr>
        <p:spPr>
          <a:xfrm>
            <a:off x="8710863" y="1852863"/>
            <a:ext cx="1131017" cy="3874169"/>
          </a:xfrm>
          <a:custGeom>
            <a:avLst/>
            <a:gdLst>
              <a:gd name="connsiteX0" fmla="*/ 0 w 1131017"/>
              <a:gd name="connsiteY0" fmla="*/ 0 h 3874169"/>
              <a:gd name="connsiteX1" fmla="*/ 1130969 w 1131017"/>
              <a:gd name="connsiteY1" fmla="*/ 1913021 h 3874169"/>
              <a:gd name="connsiteX2" fmla="*/ 36095 w 1131017"/>
              <a:gd name="connsiteY2" fmla="*/ 3874169 h 3874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1017" h="3874169">
                <a:moveTo>
                  <a:pt x="0" y="0"/>
                </a:moveTo>
                <a:cubicBezTo>
                  <a:pt x="562476" y="633663"/>
                  <a:pt x="1124953" y="1267326"/>
                  <a:pt x="1130969" y="1913021"/>
                </a:cubicBezTo>
                <a:cubicBezTo>
                  <a:pt x="1136985" y="2558716"/>
                  <a:pt x="586540" y="3216442"/>
                  <a:pt x="36095" y="3874169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21C9EFB3-6036-4F20-BE9B-19D4A764E2DC}"/>
              </a:ext>
            </a:extLst>
          </p:cNvPr>
          <p:cNvSpPr txBox="1"/>
          <p:nvPr/>
        </p:nvSpPr>
        <p:spPr>
          <a:xfrm>
            <a:off x="7993360" y="1628775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-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78FFEB67-95EA-49AE-A954-A7284D45290A}"/>
              </a:ext>
            </a:extLst>
          </p:cNvPr>
          <p:cNvSpPr txBox="1"/>
          <p:nvPr/>
        </p:nvSpPr>
        <p:spPr>
          <a:xfrm>
            <a:off x="7964534" y="5558719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-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C28E22D-37D7-4916-94B1-60DB07295D8C}"/>
              </a:ext>
            </a:extLst>
          </p:cNvPr>
          <p:cNvSpPr txBox="1"/>
          <p:nvPr/>
        </p:nvSpPr>
        <p:spPr>
          <a:xfrm>
            <a:off x="10008856" y="3720881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</a:t>
            </a:r>
            <a:r>
              <a:rPr lang="es-MX" dirty="0">
                <a:solidFill>
                  <a:srgbClr val="FF0000"/>
                </a:solidFill>
              </a:rPr>
              <a:t>+</a:t>
            </a:r>
            <a:endParaRPr lang="es-PE" dirty="0">
              <a:solidFill>
                <a:srgbClr val="FF0000"/>
              </a:solidFill>
            </a:endParaRP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6FC79B02-5B01-4911-91A5-6D175C52C1FD}"/>
              </a:ext>
            </a:extLst>
          </p:cNvPr>
          <p:cNvGrpSpPr/>
          <p:nvPr/>
        </p:nvGrpSpPr>
        <p:grpSpPr>
          <a:xfrm>
            <a:off x="515938" y="5741233"/>
            <a:ext cx="539750" cy="760500"/>
            <a:chOff x="515938" y="5741233"/>
            <a:chExt cx="539750" cy="760500"/>
          </a:xfrm>
        </p:grpSpPr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CF5046F-F7B0-4446-9334-82B1984BFA1D}"/>
                </a:ext>
              </a:extLst>
            </p:cNvPr>
            <p:cNvCxnSpPr/>
            <p:nvPr/>
          </p:nvCxnSpPr>
          <p:spPr>
            <a:xfrm>
              <a:off x="1055688" y="5741233"/>
              <a:ext cx="0" cy="367902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6C6B49CB-7A6B-497B-B570-CD90AD01F9A2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M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A65ECD0F-F6EC-4587-833E-A727A7374577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-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F2DAECC5-C9E2-4878-B3E8-F012F73E0A4B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+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52" name="Grupo 51">
            <a:extLst>
              <a:ext uri="{FF2B5EF4-FFF2-40B4-BE49-F238E27FC236}">
                <a16:creationId xmlns:a16="http://schemas.microsoft.com/office/drawing/2014/main" id="{E20AD9C1-11FA-42EA-A266-6F2303F59A61}"/>
              </a:ext>
            </a:extLst>
          </p:cNvPr>
          <p:cNvGrpSpPr/>
          <p:nvPr/>
        </p:nvGrpSpPr>
        <p:grpSpPr>
          <a:xfrm rot="16200000">
            <a:off x="8965906" y="1249334"/>
            <a:ext cx="356188" cy="731621"/>
            <a:chOff x="515938" y="5770112"/>
            <a:chExt cx="356188" cy="731621"/>
          </a:xfrm>
        </p:grpSpPr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EAE5164E-7B21-4910-A6EE-C1CC27D5CA95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M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DE902091-E9D6-4633-820D-CA01CA559267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-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ED94B646-34F8-4E56-96FF-4F3E8B3E9755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+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7846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7C96224-705B-4843-9152-05C72C46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2172418"/>
            <a:ext cx="6480175" cy="4500563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6BD0C7B-D49B-4050-9E88-F1B42348D63C}"/>
              </a:ext>
            </a:extLst>
          </p:cNvPr>
          <p:cNvCxnSpPr/>
          <p:nvPr/>
        </p:nvCxnSpPr>
        <p:spPr>
          <a:xfrm>
            <a:off x="7384470" y="1884218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23B6316-6374-409B-BF21-621AC963505D}"/>
              </a:ext>
            </a:extLst>
          </p:cNvPr>
          <p:cNvCxnSpPr>
            <a:cxnSpLocks/>
          </p:cNvCxnSpPr>
          <p:nvPr/>
        </p:nvCxnSpPr>
        <p:spPr>
          <a:xfrm>
            <a:off x="7217066" y="23533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3A9545-3DD4-4C60-87AF-3A755228CEBB}"/>
              </a:ext>
            </a:extLst>
          </p:cNvPr>
          <p:cNvCxnSpPr>
            <a:cxnSpLocks/>
          </p:cNvCxnSpPr>
          <p:nvPr/>
        </p:nvCxnSpPr>
        <p:spPr>
          <a:xfrm>
            <a:off x="7202347" y="355873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F7E855C-EEB9-4E50-AFC1-D5EEBCA0D8DF}"/>
              </a:ext>
            </a:extLst>
          </p:cNvPr>
          <p:cNvCxnSpPr>
            <a:cxnSpLocks/>
          </p:cNvCxnSpPr>
          <p:nvPr/>
        </p:nvCxnSpPr>
        <p:spPr>
          <a:xfrm>
            <a:off x="7201479" y="374591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CABC42B-6D89-4215-B049-1A5E7FF283F4}"/>
              </a:ext>
            </a:extLst>
          </p:cNvPr>
          <p:cNvCxnSpPr>
            <a:cxnSpLocks/>
          </p:cNvCxnSpPr>
          <p:nvPr/>
        </p:nvCxnSpPr>
        <p:spPr>
          <a:xfrm>
            <a:off x="7189356" y="52746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D6F6A8F-B780-49A9-B8B9-0F924597F095}"/>
              </a:ext>
            </a:extLst>
          </p:cNvPr>
          <p:cNvCxnSpPr>
            <a:cxnSpLocks/>
          </p:cNvCxnSpPr>
          <p:nvPr/>
        </p:nvCxnSpPr>
        <p:spPr>
          <a:xfrm>
            <a:off x="7188491" y="5454792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905F228-46DC-45B2-819F-41873221E308}"/>
              </a:ext>
            </a:extLst>
          </p:cNvPr>
          <p:cNvCxnSpPr>
            <a:cxnSpLocks/>
          </p:cNvCxnSpPr>
          <p:nvPr/>
        </p:nvCxnSpPr>
        <p:spPr>
          <a:xfrm>
            <a:off x="7175501" y="64935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E6489E3-7FC8-49E2-8C27-3F0E4E1E2E7A}"/>
              </a:ext>
            </a:extLst>
          </p:cNvPr>
          <p:cNvSpPr txBox="1"/>
          <p:nvPr/>
        </p:nvSpPr>
        <p:spPr>
          <a:xfrm>
            <a:off x="7416200" y="5711432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1Y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909209-9A2F-4F60-B7E8-462782CC6C7F}"/>
              </a:ext>
            </a:extLst>
          </p:cNvPr>
          <p:cNvSpPr txBox="1"/>
          <p:nvPr/>
        </p:nvSpPr>
        <p:spPr>
          <a:xfrm>
            <a:off x="7448527" y="4257179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2Y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D3EF12-B092-48B9-8F70-9BC1BBF839F9}"/>
              </a:ext>
            </a:extLst>
          </p:cNvPr>
          <p:cNvSpPr txBox="1"/>
          <p:nvPr/>
        </p:nvSpPr>
        <p:spPr>
          <a:xfrm>
            <a:off x="7448527" y="2789713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3Y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F429EF4-1782-4620-92F4-26C9D37D2087}"/>
              </a:ext>
            </a:extLst>
          </p:cNvPr>
          <p:cNvCxnSpPr>
            <a:cxnSpLocks/>
          </p:cNvCxnSpPr>
          <p:nvPr/>
        </p:nvCxnSpPr>
        <p:spPr>
          <a:xfrm rot="5400000">
            <a:off x="3471378" y="-1549889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23FB962-99A1-4EBF-849B-630486F2E807}"/>
              </a:ext>
            </a:extLst>
          </p:cNvPr>
          <p:cNvCxnSpPr>
            <a:cxnSpLocks/>
          </p:cNvCxnSpPr>
          <p:nvPr/>
        </p:nvCxnSpPr>
        <p:spPr>
          <a:xfrm rot="5400000">
            <a:off x="293327" y="189042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D835A0D-FC94-43DD-9290-FD86D1659760}"/>
              </a:ext>
            </a:extLst>
          </p:cNvPr>
          <p:cNvCxnSpPr>
            <a:cxnSpLocks/>
          </p:cNvCxnSpPr>
          <p:nvPr/>
        </p:nvCxnSpPr>
        <p:spPr>
          <a:xfrm rot="5400000">
            <a:off x="1985603" y="189597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5981EDE-BABE-4C8F-9E9D-7DB41E7166C9}"/>
              </a:ext>
            </a:extLst>
          </p:cNvPr>
          <p:cNvCxnSpPr>
            <a:cxnSpLocks/>
          </p:cNvCxnSpPr>
          <p:nvPr/>
        </p:nvCxnSpPr>
        <p:spPr>
          <a:xfrm rot="5400000">
            <a:off x="2110294" y="19177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EAE9841-7629-428B-ABA3-4AC268A4EC57}"/>
              </a:ext>
            </a:extLst>
          </p:cNvPr>
          <p:cNvCxnSpPr>
            <a:cxnSpLocks/>
          </p:cNvCxnSpPr>
          <p:nvPr/>
        </p:nvCxnSpPr>
        <p:spPr>
          <a:xfrm rot="5400000">
            <a:off x="4202329" y="192570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12BEEBB-557B-4A30-B143-B5458593717C}"/>
              </a:ext>
            </a:extLst>
          </p:cNvPr>
          <p:cNvCxnSpPr>
            <a:cxnSpLocks/>
          </p:cNvCxnSpPr>
          <p:nvPr/>
        </p:nvCxnSpPr>
        <p:spPr>
          <a:xfrm rot="5400000">
            <a:off x="4327020" y="1925708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3D2698D-2C87-459A-9026-4E3F64681792}"/>
              </a:ext>
            </a:extLst>
          </p:cNvPr>
          <p:cNvCxnSpPr>
            <a:cxnSpLocks/>
          </p:cNvCxnSpPr>
          <p:nvPr/>
        </p:nvCxnSpPr>
        <p:spPr>
          <a:xfrm rot="5400000">
            <a:off x="6502183" y="192296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D794AF8-30A3-4C0A-9B51-C1C3D95979D3}"/>
              </a:ext>
            </a:extLst>
          </p:cNvPr>
          <p:cNvSpPr txBox="1"/>
          <p:nvPr/>
        </p:nvSpPr>
        <p:spPr>
          <a:xfrm>
            <a:off x="1048221" y="152412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4AD87E-F6B2-4251-AF36-1C5245B5A47D}"/>
              </a:ext>
            </a:extLst>
          </p:cNvPr>
          <p:cNvSpPr txBox="1"/>
          <p:nvPr/>
        </p:nvSpPr>
        <p:spPr>
          <a:xfrm>
            <a:off x="3127885" y="153753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460EEDB-E9AE-496B-8786-0C00ED410A8A}"/>
              </a:ext>
            </a:extLst>
          </p:cNvPr>
          <p:cNvSpPr txBox="1"/>
          <p:nvPr/>
        </p:nvSpPr>
        <p:spPr>
          <a:xfrm>
            <a:off x="5353047" y="151018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/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/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/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CF4ADAD-97BD-46A9-A9B1-BF53627011F1}"/>
                  </a:ext>
                </a:extLst>
              </p:cNvPr>
              <p:cNvSpPr txBox="1"/>
              <p:nvPr/>
            </p:nvSpPr>
            <p:spPr>
              <a:xfrm>
                <a:off x="8086576" y="1665684"/>
                <a:ext cx="3341364" cy="5745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𝐿𝑜𝑛𝑔𝑖𝑡𝑢𝑑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𝑚𝑒𝑛𝑜𝑟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ñ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𝐿𝑜𝑛𝑔𝑖𝑡𝑢𝑑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𝑚𝑎𝑦𝑜𝑟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𝑑𝑒𝑙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ñ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≥0.5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ACF4ADAD-97BD-46A9-A9B1-BF5362701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6576" y="1665684"/>
                <a:ext cx="3341364" cy="5745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2068B0D1-CA67-4E5E-B220-5233F2039876}"/>
              </a:ext>
            </a:extLst>
          </p:cNvPr>
          <p:cNvCxnSpPr/>
          <p:nvPr/>
        </p:nvCxnSpPr>
        <p:spPr>
          <a:xfrm>
            <a:off x="1285626" y="2842312"/>
            <a:ext cx="0" cy="33365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513443A1-F7E6-4008-AA16-A58385E5EE58}"/>
              </a:ext>
            </a:extLst>
          </p:cNvPr>
          <p:cNvCxnSpPr/>
          <p:nvPr/>
        </p:nvCxnSpPr>
        <p:spPr>
          <a:xfrm>
            <a:off x="1111108" y="2989768"/>
            <a:ext cx="36036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BCFC8CB-2CB2-488B-8ADB-FBA648C6E404}"/>
              </a:ext>
            </a:extLst>
          </p:cNvPr>
          <p:cNvCxnSpPr/>
          <p:nvPr/>
        </p:nvCxnSpPr>
        <p:spPr>
          <a:xfrm>
            <a:off x="1285626" y="2070601"/>
            <a:ext cx="0" cy="47230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6DB2FB0A-187B-42B9-832A-EDA2DC0465DE}"/>
              </a:ext>
            </a:extLst>
          </p:cNvPr>
          <p:cNvCxnSpPr/>
          <p:nvPr/>
        </p:nvCxnSpPr>
        <p:spPr>
          <a:xfrm>
            <a:off x="1268925" y="3429000"/>
            <a:ext cx="0" cy="47230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9FA63A3-CE3A-47FB-A751-A78C1AF71008}"/>
              </a:ext>
            </a:extLst>
          </p:cNvPr>
          <p:cNvCxnSpPr/>
          <p:nvPr/>
        </p:nvCxnSpPr>
        <p:spPr>
          <a:xfrm>
            <a:off x="166253" y="2982989"/>
            <a:ext cx="48750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138F0DD4-BBBC-4A8E-8BAF-1DAFC17DE85C}"/>
              </a:ext>
            </a:extLst>
          </p:cNvPr>
          <p:cNvCxnSpPr/>
          <p:nvPr/>
        </p:nvCxnSpPr>
        <p:spPr>
          <a:xfrm>
            <a:off x="2008043" y="2989768"/>
            <a:ext cx="48750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915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7C96224-705B-4843-9152-05C72C46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2172418"/>
            <a:ext cx="6480175" cy="4500563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6BD0C7B-D49B-4050-9E88-F1B42348D63C}"/>
              </a:ext>
            </a:extLst>
          </p:cNvPr>
          <p:cNvCxnSpPr/>
          <p:nvPr/>
        </p:nvCxnSpPr>
        <p:spPr>
          <a:xfrm>
            <a:off x="7384470" y="1884218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23B6316-6374-409B-BF21-621AC963505D}"/>
              </a:ext>
            </a:extLst>
          </p:cNvPr>
          <p:cNvCxnSpPr>
            <a:cxnSpLocks/>
          </p:cNvCxnSpPr>
          <p:nvPr/>
        </p:nvCxnSpPr>
        <p:spPr>
          <a:xfrm>
            <a:off x="7217066" y="23533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3A9545-3DD4-4C60-87AF-3A755228CEBB}"/>
              </a:ext>
            </a:extLst>
          </p:cNvPr>
          <p:cNvCxnSpPr>
            <a:cxnSpLocks/>
          </p:cNvCxnSpPr>
          <p:nvPr/>
        </p:nvCxnSpPr>
        <p:spPr>
          <a:xfrm>
            <a:off x="7202347" y="355873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F7E855C-EEB9-4E50-AFC1-D5EEBCA0D8DF}"/>
              </a:ext>
            </a:extLst>
          </p:cNvPr>
          <p:cNvCxnSpPr>
            <a:cxnSpLocks/>
          </p:cNvCxnSpPr>
          <p:nvPr/>
        </p:nvCxnSpPr>
        <p:spPr>
          <a:xfrm>
            <a:off x="7201479" y="374591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CABC42B-6D89-4215-B049-1A5E7FF283F4}"/>
              </a:ext>
            </a:extLst>
          </p:cNvPr>
          <p:cNvCxnSpPr>
            <a:cxnSpLocks/>
          </p:cNvCxnSpPr>
          <p:nvPr/>
        </p:nvCxnSpPr>
        <p:spPr>
          <a:xfrm>
            <a:off x="7189356" y="52746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D6F6A8F-B780-49A9-B8B9-0F924597F095}"/>
              </a:ext>
            </a:extLst>
          </p:cNvPr>
          <p:cNvCxnSpPr>
            <a:cxnSpLocks/>
          </p:cNvCxnSpPr>
          <p:nvPr/>
        </p:nvCxnSpPr>
        <p:spPr>
          <a:xfrm>
            <a:off x="7188491" y="5454792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905F228-46DC-45B2-819F-41873221E308}"/>
              </a:ext>
            </a:extLst>
          </p:cNvPr>
          <p:cNvCxnSpPr>
            <a:cxnSpLocks/>
          </p:cNvCxnSpPr>
          <p:nvPr/>
        </p:nvCxnSpPr>
        <p:spPr>
          <a:xfrm>
            <a:off x="7175501" y="64935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E6489E3-7FC8-49E2-8C27-3F0E4E1E2E7A}"/>
              </a:ext>
            </a:extLst>
          </p:cNvPr>
          <p:cNvSpPr txBox="1"/>
          <p:nvPr/>
        </p:nvSpPr>
        <p:spPr>
          <a:xfrm>
            <a:off x="7416200" y="5711432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1Y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909209-9A2F-4F60-B7E8-462782CC6C7F}"/>
              </a:ext>
            </a:extLst>
          </p:cNvPr>
          <p:cNvSpPr txBox="1"/>
          <p:nvPr/>
        </p:nvSpPr>
        <p:spPr>
          <a:xfrm>
            <a:off x="7448527" y="4257179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2Y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D3EF12-B092-48B9-8F70-9BC1BBF839F9}"/>
              </a:ext>
            </a:extLst>
          </p:cNvPr>
          <p:cNvSpPr txBox="1"/>
          <p:nvPr/>
        </p:nvSpPr>
        <p:spPr>
          <a:xfrm>
            <a:off x="7448527" y="2789713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3Y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F429EF4-1782-4620-92F4-26C9D37D2087}"/>
              </a:ext>
            </a:extLst>
          </p:cNvPr>
          <p:cNvCxnSpPr>
            <a:cxnSpLocks/>
          </p:cNvCxnSpPr>
          <p:nvPr/>
        </p:nvCxnSpPr>
        <p:spPr>
          <a:xfrm rot="5400000">
            <a:off x="3471378" y="-1549889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23FB962-99A1-4EBF-849B-630486F2E807}"/>
              </a:ext>
            </a:extLst>
          </p:cNvPr>
          <p:cNvCxnSpPr>
            <a:cxnSpLocks/>
          </p:cNvCxnSpPr>
          <p:nvPr/>
        </p:nvCxnSpPr>
        <p:spPr>
          <a:xfrm rot="5400000">
            <a:off x="293327" y="189042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D835A0D-FC94-43DD-9290-FD86D1659760}"/>
              </a:ext>
            </a:extLst>
          </p:cNvPr>
          <p:cNvCxnSpPr>
            <a:cxnSpLocks/>
          </p:cNvCxnSpPr>
          <p:nvPr/>
        </p:nvCxnSpPr>
        <p:spPr>
          <a:xfrm rot="5400000">
            <a:off x="1985603" y="189597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5981EDE-BABE-4C8F-9E9D-7DB41E7166C9}"/>
              </a:ext>
            </a:extLst>
          </p:cNvPr>
          <p:cNvCxnSpPr>
            <a:cxnSpLocks/>
          </p:cNvCxnSpPr>
          <p:nvPr/>
        </p:nvCxnSpPr>
        <p:spPr>
          <a:xfrm rot="5400000">
            <a:off x="2110294" y="19177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EAE9841-7629-428B-ABA3-4AC268A4EC57}"/>
              </a:ext>
            </a:extLst>
          </p:cNvPr>
          <p:cNvCxnSpPr>
            <a:cxnSpLocks/>
          </p:cNvCxnSpPr>
          <p:nvPr/>
        </p:nvCxnSpPr>
        <p:spPr>
          <a:xfrm rot="5400000">
            <a:off x="4202329" y="192570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12BEEBB-557B-4A30-B143-B5458593717C}"/>
              </a:ext>
            </a:extLst>
          </p:cNvPr>
          <p:cNvCxnSpPr>
            <a:cxnSpLocks/>
          </p:cNvCxnSpPr>
          <p:nvPr/>
        </p:nvCxnSpPr>
        <p:spPr>
          <a:xfrm rot="5400000">
            <a:off x="4327020" y="1925708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3D2698D-2C87-459A-9026-4E3F64681792}"/>
              </a:ext>
            </a:extLst>
          </p:cNvPr>
          <p:cNvCxnSpPr>
            <a:cxnSpLocks/>
          </p:cNvCxnSpPr>
          <p:nvPr/>
        </p:nvCxnSpPr>
        <p:spPr>
          <a:xfrm rot="5400000">
            <a:off x="6502183" y="192296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D794AF8-30A3-4C0A-9B51-C1C3D95979D3}"/>
              </a:ext>
            </a:extLst>
          </p:cNvPr>
          <p:cNvSpPr txBox="1"/>
          <p:nvPr/>
        </p:nvSpPr>
        <p:spPr>
          <a:xfrm>
            <a:off x="1048221" y="152412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4AD87E-F6B2-4251-AF36-1C5245B5A47D}"/>
              </a:ext>
            </a:extLst>
          </p:cNvPr>
          <p:cNvSpPr txBox="1"/>
          <p:nvPr/>
        </p:nvSpPr>
        <p:spPr>
          <a:xfrm>
            <a:off x="3127885" y="153753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460EEDB-E9AE-496B-8786-0C00ED410A8A}"/>
              </a:ext>
            </a:extLst>
          </p:cNvPr>
          <p:cNvSpPr txBox="1"/>
          <p:nvPr/>
        </p:nvSpPr>
        <p:spPr>
          <a:xfrm>
            <a:off x="5353047" y="151018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/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/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/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ángulo 47">
            <a:extLst>
              <a:ext uri="{FF2B5EF4-FFF2-40B4-BE49-F238E27FC236}">
                <a16:creationId xmlns:a16="http://schemas.microsoft.com/office/drawing/2014/main" id="{6C30ECF0-87F2-4897-B497-25A0E7C133B2}"/>
              </a:ext>
            </a:extLst>
          </p:cNvPr>
          <p:cNvSpPr/>
          <p:nvPr/>
        </p:nvSpPr>
        <p:spPr>
          <a:xfrm>
            <a:off x="333158" y="3567154"/>
            <a:ext cx="1832626" cy="1787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CAFBF8B6-F622-46AF-BCB6-3F1CC630CD72}"/>
              </a:ext>
            </a:extLst>
          </p:cNvPr>
          <p:cNvSpPr/>
          <p:nvPr/>
        </p:nvSpPr>
        <p:spPr>
          <a:xfrm rot="5400000">
            <a:off x="1537259" y="2813941"/>
            <a:ext cx="1380913" cy="1255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4E41305-7D14-47F7-A4B2-1F0DFC5613E0}"/>
              </a:ext>
            </a:extLst>
          </p:cNvPr>
          <p:cNvSpPr txBox="1"/>
          <p:nvPr/>
        </p:nvSpPr>
        <p:spPr>
          <a:xfrm>
            <a:off x="1055688" y="2708275"/>
            <a:ext cx="46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62313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7C96224-705B-4843-9152-05C72C46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2172418"/>
            <a:ext cx="6480175" cy="4500563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6BD0C7B-D49B-4050-9E88-F1B42348D63C}"/>
              </a:ext>
            </a:extLst>
          </p:cNvPr>
          <p:cNvCxnSpPr/>
          <p:nvPr/>
        </p:nvCxnSpPr>
        <p:spPr>
          <a:xfrm>
            <a:off x="7384470" y="1884218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23B6316-6374-409B-BF21-621AC963505D}"/>
              </a:ext>
            </a:extLst>
          </p:cNvPr>
          <p:cNvCxnSpPr>
            <a:cxnSpLocks/>
          </p:cNvCxnSpPr>
          <p:nvPr/>
        </p:nvCxnSpPr>
        <p:spPr>
          <a:xfrm>
            <a:off x="7217066" y="23533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3A9545-3DD4-4C60-87AF-3A755228CEBB}"/>
              </a:ext>
            </a:extLst>
          </p:cNvPr>
          <p:cNvCxnSpPr>
            <a:cxnSpLocks/>
          </p:cNvCxnSpPr>
          <p:nvPr/>
        </p:nvCxnSpPr>
        <p:spPr>
          <a:xfrm>
            <a:off x="7202347" y="355873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F7E855C-EEB9-4E50-AFC1-D5EEBCA0D8DF}"/>
              </a:ext>
            </a:extLst>
          </p:cNvPr>
          <p:cNvCxnSpPr>
            <a:cxnSpLocks/>
          </p:cNvCxnSpPr>
          <p:nvPr/>
        </p:nvCxnSpPr>
        <p:spPr>
          <a:xfrm>
            <a:off x="7201479" y="374591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CABC42B-6D89-4215-B049-1A5E7FF283F4}"/>
              </a:ext>
            </a:extLst>
          </p:cNvPr>
          <p:cNvCxnSpPr>
            <a:cxnSpLocks/>
          </p:cNvCxnSpPr>
          <p:nvPr/>
        </p:nvCxnSpPr>
        <p:spPr>
          <a:xfrm>
            <a:off x="7189356" y="52746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D6F6A8F-B780-49A9-B8B9-0F924597F095}"/>
              </a:ext>
            </a:extLst>
          </p:cNvPr>
          <p:cNvCxnSpPr>
            <a:cxnSpLocks/>
          </p:cNvCxnSpPr>
          <p:nvPr/>
        </p:nvCxnSpPr>
        <p:spPr>
          <a:xfrm>
            <a:off x="7188491" y="5454792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905F228-46DC-45B2-819F-41873221E308}"/>
              </a:ext>
            </a:extLst>
          </p:cNvPr>
          <p:cNvCxnSpPr>
            <a:cxnSpLocks/>
          </p:cNvCxnSpPr>
          <p:nvPr/>
        </p:nvCxnSpPr>
        <p:spPr>
          <a:xfrm>
            <a:off x="7175501" y="64935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E6489E3-7FC8-49E2-8C27-3F0E4E1E2E7A}"/>
              </a:ext>
            </a:extLst>
          </p:cNvPr>
          <p:cNvSpPr txBox="1"/>
          <p:nvPr/>
        </p:nvSpPr>
        <p:spPr>
          <a:xfrm>
            <a:off x="7416200" y="5711432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1Y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909209-9A2F-4F60-B7E8-462782CC6C7F}"/>
              </a:ext>
            </a:extLst>
          </p:cNvPr>
          <p:cNvSpPr txBox="1"/>
          <p:nvPr/>
        </p:nvSpPr>
        <p:spPr>
          <a:xfrm>
            <a:off x="7448527" y="4257179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2Y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D3EF12-B092-48B9-8F70-9BC1BBF839F9}"/>
              </a:ext>
            </a:extLst>
          </p:cNvPr>
          <p:cNvSpPr txBox="1"/>
          <p:nvPr/>
        </p:nvSpPr>
        <p:spPr>
          <a:xfrm>
            <a:off x="7448527" y="2789713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3Y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F429EF4-1782-4620-92F4-26C9D37D2087}"/>
              </a:ext>
            </a:extLst>
          </p:cNvPr>
          <p:cNvCxnSpPr>
            <a:cxnSpLocks/>
          </p:cNvCxnSpPr>
          <p:nvPr/>
        </p:nvCxnSpPr>
        <p:spPr>
          <a:xfrm rot="5400000">
            <a:off x="3471378" y="-1549889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23FB962-99A1-4EBF-849B-630486F2E807}"/>
              </a:ext>
            </a:extLst>
          </p:cNvPr>
          <p:cNvCxnSpPr>
            <a:cxnSpLocks/>
          </p:cNvCxnSpPr>
          <p:nvPr/>
        </p:nvCxnSpPr>
        <p:spPr>
          <a:xfrm rot="5400000">
            <a:off x="293327" y="189042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D835A0D-FC94-43DD-9290-FD86D1659760}"/>
              </a:ext>
            </a:extLst>
          </p:cNvPr>
          <p:cNvCxnSpPr>
            <a:cxnSpLocks/>
          </p:cNvCxnSpPr>
          <p:nvPr/>
        </p:nvCxnSpPr>
        <p:spPr>
          <a:xfrm rot="5400000">
            <a:off x="1985603" y="189597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5981EDE-BABE-4C8F-9E9D-7DB41E7166C9}"/>
              </a:ext>
            </a:extLst>
          </p:cNvPr>
          <p:cNvCxnSpPr>
            <a:cxnSpLocks/>
          </p:cNvCxnSpPr>
          <p:nvPr/>
        </p:nvCxnSpPr>
        <p:spPr>
          <a:xfrm rot="5400000">
            <a:off x="2110294" y="19177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EAE9841-7629-428B-ABA3-4AC268A4EC57}"/>
              </a:ext>
            </a:extLst>
          </p:cNvPr>
          <p:cNvCxnSpPr>
            <a:cxnSpLocks/>
          </p:cNvCxnSpPr>
          <p:nvPr/>
        </p:nvCxnSpPr>
        <p:spPr>
          <a:xfrm rot="5400000">
            <a:off x="4202329" y="192570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12BEEBB-557B-4A30-B143-B5458593717C}"/>
              </a:ext>
            </a:extLst>
          </p:cNvPr>
          <p:cNvCxnSpPr>
            <a:cxnSpLocks/>
          </p:cNvCxnSpPr>
          <p:nvPr/>
        </p:nvCxnSpPr>
        <p:spPr>
          <a:xfrm rot="5400000">
            <a:off x="4327020" y="1925708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3D2698D-2C87-459A-9026-4E3F64681792}"/>
              </a:ext>
            </a:extLst>
          </p:cNvPr>
          <p:cNvCxnSpPr>
            <a:cxnSpLocks/>
          </p:cNvCxnSpPr>
          <p:nvPr/>
        </p:nvCxnSpPr>
        <p:spPr>
          <a:xfrm rot="5400000">
            <a:off x="6502183" y="192296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D794AF8-30A3-4C0A-9B51-C1C3D95979D3}"/>
              </a:ext>
            </a:extLst>
          </p:cNvPr>
          <p:cNvSpPr txBox="1"/>
          <p:nvPr/>
        </p:nvSpPr>
        <p:spPr>
          <a:xfrm>
            <a:off x="1048221" y="152412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4AD87E-F6B2-4251-AF36-1C5245B5A47D}"/>
              </a:ext>
            </a:extLst>
          </p:cNvPr>
          <p:cNvSpPr txBox="1"/>
          <p:nvPr/>
        </p:nvSpPr>
        <p:spPr>
          <a:xfrm>
            <a:off x="3127885" y="153753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460EEDB-E9AE-496B-8786-0C00ED410A8A}"/>
              </a:ext>
            </a:extLst>
          </p:cNvPr>
          <p:cNvSpPr txBox="1"/>
          <p:nvPr/>
        </p:nvSpPr>
        <p:spPr>
          <a:xfrm>
            <a:off x="5353047" y="151018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/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/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/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ángulo 47">
            <a:extLst>
              <a:ext uri="{FF2B5EF4-FFF2-40B4-BE49-F238E27FC236}">
                <a16:creationId xmlns:a16="http://schemas.microsoft.com/office/drawing/2014/main" id="{6C30ECF0-87F2-4897-B497-25A0E7C133B2}"/>
              </a:ext>
            </a:extLst>
          </p:cNvPr>
          <p:cNvSpPr/>
          <p:nvPr/>
        </p:nvSpPr>
        <p:spPr>
          <a:xfrm>
            <a:off x="2299962" y="3567154"/>
            <a:ext cx="2082548" cy="1787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CAFBF8B6-F622-46AF-BCB6-3F1CC630CD72}"/>
              </a:ext>
            </a:extLst>
          </p:cNvPr>
          <p:cNvSpPr/>
          <p:nvPr/>
        </p:nvSpPr>
        <p:spPr>
          <a:xfrm rot="5400000">
            <a:off x="1537259" y="2813941"/>
            <a:ext cx="1380913" cy="1255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8A20E7C-60D9-41F5-BD89-AE9A9C79E7A4}"/>
              </a:ext>
            </a:extLst>
          </p:cNvPr>
          <p:cNvSpPr/>
          <p:nvPr/>
        </p:nvSpPr>
        <p:spPr>
          <a:xfrm rot="5400000">
            <a:off x="3736831" y="2800114"/>
            <a:ext cx="1380913" cy="1255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140FF5D5-4F70-441F-8BBF-08EC1D1232B1}"/>
              </a:ext>
            </a:extLst>
          </p:cNvPr>
          <p:cNvSpPr txBox="1"/>
          <p:nvPr/>
        </p:nvSpPr>
        <p:spPr>
          <a:xfrm>
            <a:off x="3088099" y="2666602"/>
            <a:ext cx="46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80947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7C96224-705B-4843-9152-05C72C46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2172418"/>
            <a:ext cx="6480175" cy="4500563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6BD0C7B-D49B-4050-9E88-F1B42348D63C}"/>
              </a:ext>
            </a:extLst>
          </p:cNvPr>
          <p:cNvCxnSpPr/>
          <p:nvPr/>
        </p:nvCxnSpPr>
        <p:spPr>
          <a:xfrm>
            <a:off x="7384470" y="1884218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23B6316-6374-409B-BF21-621AC963505D}"/>
              </a:ext>
            </a:extLst>
          </p:cNvPr>
          <p:cNvCxnSpPr>
            <a:cxnSpLocks/>
          </p:cNvCxnSpPr>
          <p:nvPr/>
        </p:nvCxnSpPr>
        <p:spPr>
          <a:xfrm>
            <a:off x="7217066" y="23533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3A9545-3DD4-4C60-87AF-3A755228CEBB}"/>
              </a:ext>
            </a:extLst>
          </p:cNvPr>
          <p:cNvCxnSpPr>
            <a:cxnSpLocks/>
          </p:cNvCxnSpPr>
          <p:nvPr/>
        </p:nvCxnSpPr>
        <p:spPr>
          <a:xfrm>
            <a:off x="7202347" y="355873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F7E855C-EEB9-4E50-AFC1-D5EEBCA0D8DF}"/>
              </a:ext>
            </a:extLst>
          </p:cNvPr>
          <p:cNvCxnSpPr>
            <a:cxnSpLocks/>
          </p:cNvCxnSpPr>
          <p:nvPr/>
        </p:nvCxnSpPr>
        <p:spPr>
          <a:xfrm>
            <a:off x="7201479" y="374591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CABC42B-6D89-4215-B049-1A5E7FF283F4}"/>
              </a:ext>
            </a:extLst>
          </p:cNvPr>
          <p:cNvCxnSpPr>
            <a:cxnSpLocks/>
          </p:cNvCxnSpPr>
          <p:nvPr/>
        </p:nvCxnSpPr>
        <p:spPr>
          <a:xfrm>
            <a:off x="7189356" y="52746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D6F6A8F-B780-49A9-B8B9-0F924597F095}"/>
              </a:ext>
            </a:extLst>
          </p:cNvPr>
          <p:cNvCxnSpPr>
            <a:cxnSpLocks/>
          </p:cNvCxnSpPr>
          <p:nvPr/>
        </p:nvCxnSpPr>
        <p:spPr>
          <a:xfrm>
            <a:off x="7188491" y="5454792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905F228-46DC-45B2-819F-41873221E308}"/>
              </a:ext>
            </a:extLst>
          </p:cNvPr>
          <p:cNvCxnSpPr>
            <a:cxnSpLocks/>
          </p:cNvCxnSpPr>
          <p:nvPr/>
        </p:nvCxnSpPr>
        <p:spPr>
          <a:xfrm>
            <a:off x="7175501" y="64935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E6489E3-7FC8-49E2-8C27-3F0E4E1E2E7A}"/>
              </a:ext>
            </a:extLst>
          </p:cNvPr>
          <p:cNvSpPr txBox="1"/>
          <p:nvPr/>
        </p:nvSpPr>
        <p:spPr>
          <a:xfrm>
            <a:off x="7416200" y="5711432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1Y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909209-9A2F-4F60-B7E8-462782CC6C7F}"/>
              </a:ext>
            </a:extLst>
          </p:cNvPr>
          <p:cNvSpPr txBox="1"/>
          <p:nvPr/>
        </p:nvSpPr>
        <p:spPr>
          <a:xfrm>
            <a:off x="7448527" y="4257179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2Y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D3EF12-B092-48B9-8F70-9BC1BBF839F9}"/>
              </a:ext>
            </a:extLst>
          </p:cNvPr>
          <p:cNvSpPr txBox="1"/>
          <p:nvPr/>
        </p:nvSpPr>
        <p:spPr>
          <a:xfrm>
            <a:off x="7448527" y="2789713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3Y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F429EF4-1782-4620-92F4-26C9D37D2087}"/>
              </a:ext>
            </a:extLst>
          </p:cNvPr>
          <p:cNvCxnSpPr>
            <a:cxnSpLocks/>
          </p:cNvCxnSpPr>
          <p:nvPr/>
        </p:nvCxnSpPr>
        <p:spPr>
          <a:xfrm rot="5400000">
            <a:off x="3471378" y="-1549889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23FB962-99A1-4EBF-849B-630486F2E807}"/>
              </a:ext>
            </a:extLst>
          </p:cNvPr>
          <p:cNvCxnSpPr>
            <a:cxnSpLocks/>
          </p:cNvCxnSpPr>
          <p:nvPr/>
        </p:nvCxnSpPr>
        <p:spPr>
          <a:xfrm rot="5400000">
            <a:off x="293327" y="189042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D835A0D-FC94-43DD-9290-FD86D1659760}"/>
              </a:ext>
            </a:extLst>
          </p:cNvPr>
          <p:cNvCxnSpPr>
            <a:cxnSpLocks/>
          </p:cNvCxnSpPr>
          <p:nvPr/>
        </p:nvCxnSpPr>
        <p:spPr>
          <a:xfrm rot="5400000">
            <a:off x="1985603" y="189597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5981EDE-BABE-4C8F-9E9D-7DB41E7166C9}"/>
              </a:ext>
            </a:extLst>
          </p:cNvPr>
          <p:cNvCxnSpPr>
            <a:cxnSpLocks/>
          </p:cNvCxnSpPr>
          <p:nvPr/>
        </p:nvCxnSpPr>
        <p:spPr>
          <a:xfrm rot="5400000">
            <a:off x="2110294" y="19177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EAE9841-7629-428B-ABA3-4AC268A4EC57}"/>
              </a:ext>
            </a:extLst>
          </p:cNvPr>
          <p:cNvCxnSpPr>
            <a:cxnSpLocks/>
          </p:cNvCxnSpPr>
          <p:nvPr/>
        </p:nvCxnSpPr>
        <p:spPr>
          <a:xfrm rot="5400000">
            <a:off x="4202329" y="192570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12BEEBB-557B-4A30-B143-B5458593717C}"/>
              </a:ext>
            </a:extLst>
          </p:cNvPr>
          <p:cNvCxnSpPr>
            <a:cxnSpLocks/>
          </p:cNvCxnSpPr>
          <p:nvPr/>
        </p:nvCxnSpPr>
        <p:spPr>
          <a:xfrm rot="5400000">
            <a:off x="4327020" y="1925708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3D2698D-2C87-459A-9026-4E3F64681792}"/>
              </a:ext>
            </a:extLst>
          </p:cNvPr>
          <p:cNvCxnSpPr>
            <a:cxnSpLocks/>
          </p:cNvCxnSpPr>
          <p:nvPr/>
        </p:nvCxnSpPr>
        <p:spPr>
          <a:xfrm rot="5400000">
            <a:off x="6502183" y="192296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D794AF8-30A3-4C0A-9B51-C1C3D95979D3}"/>
              </a:ext>
            </a:extLst>
          </p:cNvPr>
          <p:cNvSpPr txBox="1"/>
          <p:nvPr/>
        </p:nvSpPr>
        <p:spPr>
          <a:xfrm>
            <a:off x="1048221" y="152412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4AD87E-F6B2-4251-AF36-1C5245B5A47D}"/>
              </a:ext>
            </a:extLst>
          </p:cNvPr>
          <p:cNvSpPr txBox="1"/>
          <p:nvPr/>
        </p:nvSpPr>
        <p:spPr>
          <a:xfrm>
            <a:off x="3127885" y="153753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460EEDB-E9AE-496B-8786-0C00ED410A8A}"/>
              </a:ext>
            </a:extLst>
          </p:cNvPr>
          <p:cNvSpPr txBox="1"/>
          <p:nvPr/>
        </p:nvSpPr>
        <p:spPr>
          <a:xfrm>
            <a:off x="5353047" y="151018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/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/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/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ángulo 47">
            <a:extLst>
              <a:ext uri="{FF2B5EF4-FFF2-40B4-BE49-F238E27FC236}">
                <a16:creationId xmlns:a16="http://schemas.microsoft.com/office/drawing/2014/main" id="{6C30ECF0-87F2-4897-B497-25A0E7C133B2}"/>
              </a:ext>
            </a:extLst>
          </p:cNvPr>
          <p:cNvSpPr/>
          <p:nvPr/>
        </p:nvSpPr>
        <p:spPr>
          <a:xfrm>
            <a:off x="4507200" y="3567154"/>
            <a:ext cx="2175163" cy="1787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8A20E7C-60D9-41F5-BD89-AE9A9C79E7A4}"/>
              </a:ext>
            </a:extLst>
          </p:cNvPr>
          <p:cNvSpPr/>
          <p:nvPr/>
        </p:nvSpPr>
        <p:spPr>
          <a:xfrm rot="5400000">
            <a:off x="3736831" y="2800114"/>
            <a:ext cx="1380913" cy="1255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E5C7CBD-38FC-4C49-9B5A-311575F2A17A}"/>
              </a:ext>
            </a:extLst>
          </p:cNvPr>
          <p:cNvSpPr txBox="1"/>
          <p:nvPr/>
        </p:nvSpPr>
        <p:spPr>
          <a:xfrm>
            <a:off x="5416147" y="2685510"/>
            <a:ext cx="46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769321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7C96224-705B-4843-9152-05C72C46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2172418"/>
            <a:ext cx="6480175" cy="4500563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6BD0C7B-D49B-4050-9E88-F1B42348D63C}"/>
              </a:ext>
            </a:extLst>
          </p:cNvPr>
          <p:cNvCxnSpPr/>
          <p:nvPr/>
        </p:nvCxnSpPr>
        <p:spPr>
          <a:xfrm>
            <a:off x="7384470" y="1884218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23B6316-6374-409B-BF21-621AC963505D}"/>
              </a:ext>
            </a:extLst>
          </p:cNvPr>
          <p:cNvCxnSpPr>
            <a:cxnSpLocks/>
          </p:cNvCxnSpPr>
          <p:nvPr/>
        </p:nvCxnSpPr>
        <p:spPr>
          <a:xfrm>
            <a:off x="7217066" y="23533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3A9545-3DD4-4C60-87AF-3A755228CEBB}"/>
              </a:ext>
            </a:extLst>
          </p:cNvPr>
          <p:cNvCxnSpPr>
            <a:cxnSpLocks/>
          </p:cNvCxnSpPr>
          <p:nvPr/>
        </p:nvCxnSpPr>
        <p:spPr>
          <a:xfrm>
            <a:off x="7202347" y="355873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F7E855C-EEB9-4E50-AFC1-D5EEBCA0D8DF}"/>
              </a:ext>
            </a:extLst>
          </p:cNvPr>
          <p:cNvCxnSpPr>
            <a:cxnSpLocks/>
          </p:cNvCxnSpPr>
          <p:nvPr/>
        </p:nvCxnSpPr>
        <p:spPr>
          <a:xfrm>
            <a:off x="7201479" y="374591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CABC42B-6D89-4215-B049-1A5E7FF283F4}"/>
              </a:ext>
            </a:extLst>
          </p:cNvPr>
          <p:cNvCxnSpPr>
            <a:cxnSpLocks/>
          </p:cNvCxnSpPr>
          <p:nvPr/>
        </p:nvCxnSpPr>
        <p:spPr>
          <a:xfrm>
            <a:off x="7189356" y="52746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D6F6A8F-B780-49A9-B8B9-0F924597F095}"/>
              </a:ext>
            </a:extLst>
          </p:cNvPr>
          <p:cNvCxnSpPr>
            <a:cxnSpLocks/>
          </p:cNvCxnSpPr>
          <p:nvPr/>
        </p:nvCxnSpPr>
        <p:spPr>
          <a:xfrm>
            <a:off x="7188491" y="5454792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905F228-46DC-45B2-819F-41873221E308}"/>
              </a:ext>
            </a:extLst>
          </p:cNvPr>
          <p:cNvCxnSpPr>
            <a:cxnSpLocks/>
          </p:cNvCxnSpPr>
          <p:nvPr/>
        </p:nvCxnSpPr>
        <p:spPr>
          <a:xfrm>
            <a:off x="7175501" y="64935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E6489E3-7FC8-49E2-8C27-3F0E4E1E2E7A}"/>
              </a:ext>
            </a:extLst>
          </p:cNvPr>
          <p:cNvSpPr txBox="1"/>
          <p:nvPr/>
        </p:nvSpPr>
        <p:spPr>
          <a:xfrm>
            <a:off x="7416200" y="5711432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1Y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909209-9A2F-4F60-B7E8-462782CC6C7F}"/>
              </a:ext>
            </a:extLst>
          </p:cNvPr>
          <p:cNvSpPr txBox="1"/>
          <p:nvPr/>
        </p:nvSpPr>
        <p:spPr>
          <a:xfrm>
            <a:off x="7448527" y="4257179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2Y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D3EF12-B092-48B9-8F70-9BC1BBF839F9}"/>
              </a:ext>
            </a:extLst>
          </p:cNvPr>
          <p:cNvSpPr txBox="1"/>
          <p:nvPr/>
        </p:nvSpPr>
        <p:spPr>
          <a:xfrm>
            <a:off x="7448527" y="2789713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3Y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F429EF4-1782-4620-92F4-26C9D37D2087}"/>
              </a:ext>
            </a:extLst>
          </p:cNvPr>
          <p:cNvCxnSpPr>
            <a:cxnSpLocks/>
          </p:cNvCxnSpPr>
          <p:nvPr/>
        </p:nvCxnSpPr>
        <p:spPr>
          <a:xfrm rot="5400000">
            <a:off x="3471378" y="-1549889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23FB962-99A1-4EBF-849B-630486F2E807}"/>
              </a:ext>
            </a:extLst>
          </p:cNvPr>
          <p:cNvCxnSpPr>
            <a:cxnSpLocks/>
          </p:cNvCxnSpPr>
          <p:nvPr/>
        </p:nvCxnSpPr>
        <p:spPr>
          <a:xfrm rot="5400000">
            <a:off x="293327" y="189042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D835A0D-FC94-43DD-9290-FD86D1659760}"/>
              </a:ext>
            </a:extLst>
          </p:cNvPr>
          <p:cNvCxnSpPr>
            <a:cxnSpLocks/>
          </p:cNvCxnSpPr>
          <p:nvPr/>
        </p:nvCxnSpPr>
        <p:spPr>
          <a:xfrm rot="5400000">
            <a:off x="1985603" y="189597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5981EDE-BABE-4C8F-9E9D-7DB41E7166C9}"/>
              </a:ext>
            </a:extLst>
          </p:cNvPr>
          <p:cNvCxnSpPr>
            <a:cxnSpLocks/>
          </p:cNvCxnSpPr>
          <p:nvPr/>
        </p:nvCxnSpPr>
        <p:spPr>
          <a:xfrm rot="5400000">
            <a:off x="2110294" y="19177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EAE9841-7629-428B-ABA3-4AC268A4EC57}"/>
              </a:ext>
            </a:extLst>
          </p:cNvPr>
          <p:cNvCxnSpPr>
            <a:cxnSpLocks/>
          </p:cNvCxnSpPr>
          <p:nvPr/>
        </p:nvCxnSpPr>
        <p:spPr>
          <a:xfrm rot="5400000">
            <a:off x="4202329" y="192570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12BEEBB-557B-4A30-B143-B5458593717C}"/>
              </a:ext>
            </a:extLst>
          </p:cNvPr>
          <p:cNvCxnSpPr>
            <a:cxnSpLocks/>
          </p:cNvCxnSpPr>
          <p:nvPr/>
        </p:nvCxnSpPr>
        <p:spPr>
          <a:xfrm rot="5400000">
            <a:off x="4327020" y="1925708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3D2698D-2C87-459A-9026-4E3F64681792}"/>
              </a:ext>
            </a:extLst>
          </p:cNvPr>
          <p:cNvCxnSpPr>
            <a:cxnSpLocks/>
          </p:cNvCxnSpPr>
          <p:nvPr/>
        </p:nvCxnSpPr>
        <p:spPr>
          <a:xfrm rot="5400000">
            <a:off x="6502183" y="192296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D794AF8-30A3-4C0A-9B51-C1C3D95979D3}"/>
              </a:ext>
            </a:extLst>
          </p:cNvPr>
          <p:cNvSpPr txBox="1"/>
          <p:nvPr/>
        </p:nvSpPr>
        <p:spPr>
          <a:xfrm>
            <a:off x="1048221" y="152412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4AD87E-F6B2-4251-AF36-1C5245B5A47D}"/>
              </a:ext>
            </a:extLst>
          </p:cNvPr>
          <p:cNvSpPr txBox="1"/>
          <p:nvPr/>
        </p:nvSpPr>
        <p:spPr>
          <a:xfrm>
            <a:off x="3127885" y="153753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460EEDB-E9AE-496B-8786-0C00ED410A8A}"/>
              </a:ext>
            </a:extLst>
          </p:cNvPr>
          <p:cNvSpPr txBox="1"/>
          <p:nvPr/>
        </p:nvSpPr>
        <p:spPr>
          <a:xfrm>
            <a:off x="5353047" y="151018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/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/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/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ángulo 47">
            <a:extLst>
              <a:ext uri="{FF2B5EF4-FFF2-40B4-BE49-F238E27FC236}">
                <a16:creationId xmlns:a16="http://schemas.microsoft.com/office/drawing/2014/main" id="{6C30ECF0-87F2-4897-B497-25A0E7C133B2}"/>
              </a:ext>
            </a:extLst>
          </p:cNvPr>
          <p:cNvSpPr/>
          <p:nvPr/>
        </p:nvSpPr>
        <p:spPr>
          <a:xfrm>
            <a:off x="320387" y="3575744"/>
            <a:ext cx="1845397" cy="1701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8A20E7C-60D9-41F5-BD89-AE9A9C79E7A4}"/>
              </a:ext>
            </a:extLst>
          </p:cNvPr>
          <p:cNvSpPr/>
          <p:nvPr/>
        </p:nvSpPr>
        <p:spPr>
          <a:xfrm rot="5400000">
            <a:off x="1474176" y="4458386"/>
            <a:ext cx="1507907" cy="1246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581D59B-A43E-43E4-B711-5E795841DFCF}"/>
              </a:ext>
            </a:extLst>
          </p:cNvPr>
          <p:cNvSpPr/>
          <p:nvPr/>
        </p:nvSpPr>
        <p:spPr>
          <a:xfrm>
            <a:off x="334963" y="5281148"/>
            <a:ext cx="1845397" cy="1701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F2D2F8A-4F1B-4449-B82A-034CB6A40EB3}"/>
              </a:ext>
            </a:extLst>
          </p:cNvPr>
          <p:cNvSpPr txBox="1"/>
          <p:nvPr/>
        </p:nvSpPr>
        <p:spPr>
          <a:xfrm>
            <a:off x="1051954" y="4139899"/>
            <a:ext cx="46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53446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7C96224-705B-4843-9152-05C72C46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2172418"/>
            <a:ext cx="6480175" cy="4500563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6BD0C7B-D49B-4050-9E88-F1B42348D63C}"/>
              </a:ext>
            </a:extLst>
          </p:cNvPr>
          <p:cNvCxnSpPr/>
          <p:nvPr/>
        </p:nvCxnSpPr>
        <p:spPr>
          <a:xfrm>
            <a:off x="7384470" y="1884218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23B6316-6374-409B-BF21-621AC963505D}"/>
              </a:ext>
            </a:extLst>
          </p:cNvPr>
          <p:cNvCxnSpPr>
            <a:cxnSpLocks/>
          </p:cNvCxnSpPr>
          <p:nvPr/>
        </p:nvCxnSpPr>
        <p:spPr>
          <a:xfrm>
            <a:off x="7217066" y="23533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3A9545-3DD4-4C60-87AF-3A755228CEBB}"/>
              </a:ext>
            </a:extLst>
          </p:cNvPr>
          <p:cNvCxnSpPr>
            <a:cxnSpLocks/>
          </p:cNvCxnSpPr>
          <p:nvPr/>
        </p:nvCxnSpPr>
        <p:spPr>
          <a:xfrm>
            <a:off x="7202347" y="355873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F7E855C-EEB9-4E50-AFC1-D5EEBCA0D8DF}"/>
              </a:ext>
            </a:extLst>
          </p:cNvPr>
          <p:cNvCxnSpPr>
            <a:cxnSpLocks/>
          </p:cNvCxnSpPr>
          <p:nvPr/>
        </p:nvCxnSpPr>
        <p:spPr>
          <a:xfrm>
            <a:off x="7201479" y="374591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CABC42B-6D89-4215-B049-1A5E7FF283F4}"/>
              </a:ext>
            </a:extLst>
          </p:cNvPr>
          <p:cNvCxnSpPr>
            <a:cxnSpLocks/>
          </p:cNvCxnSpPr>
          <p:nvPr/>
        </p:nvCxnSpPr>
        <p:spPr>
          <a:xfrm>
            <a:off x="7189356" y="52746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D6F6A8F-B780-49A9-B8B9-0F924597F095}"/>
              </a:ext>
            </a:extLst>
          </p:cNvPr>
          <p:cNvCxnSpPr>
            <a:cxnSpLocks/>
          </p:cNvCxnSpPr>
          <p:nvPr/>
        </p:nvCxnSpPr>
        <p:spPr>
          <a:xfrm>
            <a:off x="7188491" y="5454792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905F228-46DC-45B2-819F-41873221E308}"/>
              </a:ext>
            </a:extLst>
          </p:cNvPr>
          <p:cNvCxnSpPr>
            <a:cxnSpLocks/>
          </p:cNvCxnSpPr>
          <p:nvPr/>
        </p:nvCxnSpPr>
        <p:spPr>
          <a:xfrm>
            <a:off x="7175501" y="64935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E6489E3-7FC8-49E2-8C27-3F0E4E1E2E7A}"/>
              </a:ext>
            </a:extLst>
          </p:cNvPr>
          <p:cNvSpPr txBox="1"/>
          <p:nvPr/>
        </p:nvSpPr>
        <p:spPr>
          <a:xfrm>
            <a:off x="7416200" y="5711432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1Y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909209-9A2F-4F60-B7E8-462782CC6C7F}"/>
              </a:ext>
            </a:extLst>
          </p:cNvPr>
          <p:cNvSpPr txBox="1"/>
          <p:nvPr/>
        </p:nvSpPr>
        <p:spPr>
          <a:xfrm>
            <a:off x="7448527" y="4257179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2Y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D3EF12-B092-48B9-8F70-9BC1BBF839F9}"/>
              </a:ext>
            </a:extLst>
          </p:cNvPr>
          <p:cNvSpPr txBox="1"/>
          <p:nvPr/>
        </p:nvSpPr>
        <p:spPr>
          <a:xfrm>
            <a:off x="7448527" y="2789713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3Y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F429EF4-1782-4620-92F4-26C9D37D2087}"/>
              </a:ext>
            </a:extLst>
          </p:cNvPr>
          <p:cNvCxnSpPr>
            <a:cxnSpLocks/>
          </p:cNvCxnSpPr>
          <p:nvPr/>
        </p:nvCxnSpPr>
        <p:spPr>
          <a:xfrm rot="5400000">
            <a:off x="3471378" y="-1549889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23FB962-99A1-4EBF-849B-630486F2E807}"/>
              </a:ext>
            </a:extLst>
          </p:cNvPr>
          <p:cNvCxnSpPr>
            <a:cxnSpLocks/>
          </p:cNvCxnSpPr>
          <p:nvPr/>
        </p:nvCxnSpPr>
        <p:spPr>
          <a:xfrm rot="5400000">
            <a:off x="293327" y="189042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D835A0D-FC94-43DD-9290-FD86D1659760}"/>
              </a:ext>
            </a:extLst>
          </p:cNvPr>
          <p:cNvCxnSpPr>
            <a:cxnSpLocks/>
          </p:cNvCxnSpPr>
          <p:nvPr/>
        </p:nvCxnSpPr>
        <p:spPr>
          <a:xfrm rot="5400000">
            <a:off x="1985603" y="189597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5981EDE-BABE-4C8F-9E9D-7DB41E7166C9}"/>
              </a:ext>
            </a:extLst>
          </p:cNvPr>
          <p:cNvCxnSpPr>
            <a:cxnSpLocks/>
          </p:cNvCxnSpPr>
          <p:nvPr/>
        </p:nvCxnSpPr>
        <p:spPr>
          <a:xfrm rot="5400000">
            <a:off x="2110294" y="19177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EAE9841-7629-428B-ABA3-4AC268A4EC57}"/>
              </a:ext>
            </a:extLst>
          </p:cNvPr>
          <p:cNvCxnSpPr>
            <a:cxnSpLocks/>
          </p:cNvCxnSpPr>
          <p:nvPr/>
        </p:nvCxnSpPr>
        <p:spPr>
          <a:xfrm rot="5400000">
            <a:off x="4202329" y="192570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12BEEBB-557B-4A30-B143-B5458593717C}"/>
              </a:ext>
            </a:extLst>
          </p:cNvPr>
          <p:cNvCxnSpPr>
            <a:cxnSpLocks/>
          </p:cNvCxnSpPr>
          <p:nvPr/>
        </p:nvCxnSpPr>
        <p:spPr>
          <a:xfrm rot="5400000">
            <a:off x="4327020" y="1925708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3D2698D-2C87-459A-9026-4E3F64681792}"/>
              </a:ext>
            </a:extLst>
          </p:cNvPr>
          <p:cNvCxnSpPr>
            <a:cxnSpLocks/>
          </p:cNvCxnSpPr>
          <p:nvPr/>
        </p:nvCxnSpPr>
        <p:spPr>
          <a:xfrm rot="5400000">
            <a:off x="6502183" y="192296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D794AF8-30A3-4C0A-9B51-C1C3D95979D3}"/>
              </a:ext>
            </a:extLst>
          </p:cNvPr>
          <p:cNvSpPr txBox="1"/>
          <p:nvPr/>
        </p:nvSpPr>
        <p:spPr>
          <a:xfrm>
            <a:off x="1048221" y="152412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4AD87E-F6B2-4251-AF36-1C5245B5A47D}"/>
              </a:ext>
            </a:extLst>
          </p:cNvPr>
          <p:cNvSpPr txBox="1"/>
          <p:nvPr/>
        </p:nvSpPr>
        <p:spPr>
          <a:xfrm>
            <a:off x="3127885" y="153753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460EEDB-E9AE-496B-8786-0C00ED410A8A}"/>
              </a:ext>
            </a:extLst>
          </p:cNvPr>
          <p:cNvSpPr txBox="1"/>
          <p:nvPr/>
        </p:nvSpPr>
        <p:spPr>
          <a:xfrm>
            <a:off x="5353047" y="151018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/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/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/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ángulo 47">
            <a:extLst>
              <a:ext uri="{FF2B5EF4-FFF2-40B4-BE49-F238E27FC236}">
                <a16:creationId xmlns:a16="http://schemas.microsoft.com/office/drawing/2014/main" id="{6C30ECF0-87F2-4897-B497-25A0E7C133B2}"/>
              </a:ext>
            </a:extLst>
          </p:cNvPr>
          <p:cNvSpPr/>
          <p:nvPr/>
        </p:nvSpPr>
        <p:spPr>
          <a:xfrm>
            <a:off x="2275899" y="3580037"/>
            <a:ext cx="2106611" cy="1802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8A20E7C-60D9-41F5-BD89-AE9A9C79E7A4}"/>
              </a:ext>
            </a:extLst>
          </p:cNvPr>
          <p:cNvSpPr/>
          <p:nvPr/>
        </p:nvSpPr>
        <p:spPr>
          <a:xfrm rot="5400000">
            <a:off x="1474176" y="4458386"/>
            <a:ext cx="1507907" cy="1246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581D59B-A43E-43E4-B711-5E795841DFCF}"/>
              </a:ext>
            </a:extLst>
          </p:cNvPr>
          <p:cNvSpPr/>
          <p:nvPr/>
        </p:nvSpPr>
        <p:spPr>
          <a:xfrm>
            <a:off x="2275899" y="5281148"/>
            <a:ext cx="2106611" cy="1802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8D5BD78-68DE-40A7-B345-3F0A8802B847}"/>
              </a:ext>
            </a:extLst>
          </p:cNvPr>
          <p:cNvSpPr/>
          <p:nvPr/>
        </p:nvSpPr>
        <p:spPr>
          <a:xfrm rot="5400000">
            <a:off x="3690902" y="4458386"/>
            <a:ext cx="1507907" cy="1246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524C570-1D98-4694-A119-0B999CB89ED6}"/>
              </a:ext>
            </a:extLst>
          </p:cNvPr>
          <p:cNvSpPr txBox="1"/>
          <p:nvPr/>
        </p:nvSpPr>
        <p:spPr>
          <a:xfrm>
            <a:off x="3152054" y="4169499"/>
            <a:ext cx="46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74539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7C96224-705B-4843-9152-05C72C46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2172418"/>
            <a:ext cx="6480175" cy="4500563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6BD0C7B-D49B-4050-9E88-F1B42348D63C}"/>
              </a:ext>
            </a:extLst>
          </p:cNvPr>
          <p:cNvCxnSpPr/>
          <p:nvPr/>
        </p:nvCxnSpPr>
        <p:spPr>
          <a:xfrm>
            <a:off x="7384470" y="1884218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23B6316-6374-409B-BF21-621AC963505D}"/>
              </a:ext>
            </a:extLst>
          </p:cNvPr>
          <p:cNvCxnSpPr>
            <a:cxnSpLocks/>
          </p:cNvCxnSpPr>
          <p:nvPr/>
        </p:nvCxnSpPr>
        <p:spPr>
          <a:xfrm>
            <a:off x="7217066" y="23533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3A9545-3DD4-4C60-87AF-3A755228CEBB}"/>
              </a:ext>
            </a:extLst>
          </p:cNvPr>
          <p:cNvCxnSpPr>
            <a:cxnSpLocks/>
          </p:cNvCxnSpPr>
          <p:nvPr/>
        </p:nvCxnSpPr>
        <p:spPr>
          <a:xfrm>
            <a:off x="7202347" y="355873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F7E855C-EEB9-4E50-AFC1-D5EEBCA0D8DF}"/>
              </a:ext>
            </a:extLst>
          </p:cNvPr>
          <p:cNvCxnSpPr>
            <a:cxnSpLocks/>
          </p:cNvCxnSpPr>
          <p:nvPr/>
        </p:nvCxnSpPr>
        <p:spPr>
          <a:xfrm>
            <a:off x="7201479" y="374591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CABC42B-6D89-4215-B049-1A5E7FF283F4}"/>
              </a:ext>
            </a:extLst>
          </p:cNvPr>
          <p:cNvCxnSpPr>
            <a:cxnSpLocks/>
          </p:cNvCxnSpPr>
          <p:nvPr/>
        </p:nvCxnSpPr>
        <p:spPr>
          <a:xfrm>
            <a:off x="7189356" y="52746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D6F6A8F-B780-49A9-B8B9-0F924597F095}"/>
              </a:ext>
            </a:extLst>
          </p:cNvPr>
          <p:cNvCxnSpPr>
            <a:cxnSpLocks/>
          </p:cNvCxnSpPr>
          <p:nvPr/>
        </p:nvCxnSpPr>
        <p:spPr>
          <a:xfrm>
            <a:off x="7188491" y="5454792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905F228-46DC-45B2-819F-41873221E308}"/>
              </a:ext>
            </a:extLst>
          </p:cNvPr>
          <p:cNvCxnSpPr>
            <a:cxnSpLocks/>
          </p:cNvCxnSpPr>
          <p:nvPr/>
        </p:nvCxnSpPr>
        <p:spPr>
          <a:xfrm>
            <a:off x="7175501" y="64935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E6489E3-7FC8-49E2-8C27-3F0E4E1E2E7A}"/>
              </a:ext>
            </a:extLst>
          </p:cNvPr>
          <p:cNvSpPr txBox="1"/>
          <p:nvPr/>
        </p:nvSpPr>
        <p:spPr>
          <a:xfrm>
            <a:off x="7416200" y="5711432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1Y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909209-9A2F-4F60-B7E8-462782CC6C7F}"/>
              </a:ext>
            </a:extLst>
          </p:cNvPr>
          <p:cNvSpPr txBox="1"/>
          <p:nvPr/>
        </p:nvSpPr>
        <p:spPr>
          <a:xfrm>
            <a:off x="7448527" y="4257179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2Y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D3EF12-B092-48B9-8F70-9BC1BBF839F9}"/>
              </a:ext>
            </a:extLst>
          </p:cNvPr>
          <p:cNvSpPr txBox="1"/>
          <p:nvPr/>
        </p:nvSpPr>
        <p:spPr>
          <a:xfrm>
            <a:off x="7448527" y="2789713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3Y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F429EF4-1782-4620-92F4-26C9D37D2087}"/>
              </a:ext>
            </a:extLst>
          </p:cNvPr>
          <p:cNvCxnSpPr>
            <a:cxnSpLocks/>
          </p:cNvCxnSpPr>
          <p:nvPr/>
        </p:nvCxnSpPr>
        <p:spPr>
          <a:xfrm rot="5400000">
            <a:off x="3471378" y="-1549889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23FB962-99A1-4EBF-849B-630486F2E807}"/>
              </a:ext>
            </a:extLst>
          </p:cNvPr>
          <p:cNvCxnSpPr>
            <a:cxnSpLocks/>
          </p:cNvCxnSpPr>
          <p:nvPr/>
        </p:nvCxnSpPr>
        <p:spPr>
          <a:xfrm rot="5400000">
            <a:off x="293327" y="189042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D835A0D-FC94-43DD-9290-FD86D1659760}"/>
              </a:ext>
            </a:extLst>
          </p:cNvPr>
          <p:cNvCxnSpPr>
            <a:cxnSpLocks/>
          </p:cNvCxnSpPr>
          <p:nvPr/>
        </p:nvCxnSpPr>
        <p:spPr>
          <a:xfrm rot="5400000">
            <a:off x="1985603" y="189597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5981EDE-BABE-4C8F-9E9D-7DB41E7166C9}"/>
              </a:ext>
            </a:extLst>
          </p:cNvPr>
          <p:cNvCxnSpPr>
            <a:cxnSpLocks/>
          </p:cNvCxnSpPr>
          <p:nvPr/>
        </p:nvCxnSpPr>
        <p:spPr>
          <a:xfrm rot="5400000">
            <a:off x="2110294" y="19177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EAE9841-7629-428B-ABA3-4AC268A4EC57}"/>
              </a:ext>
            </a:extLst>
          </p:cNvPr>
          <p:cNvCxnSpPr>
            <a:cxnSpLocks/>
          </p:cNvCxnSpPr>
          <p:nvPr/>
        </p:nvCxnSpPr>
        <p:spPr>
          <a:xfrm rot="5400000">
            <a:off x="4202329" y="192570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12BEEBB-557B-4A30-B143-B5458593717C}"/>
              </a:ext>
            </a:extLst>
          </p:cNvPr>
          <p:cNvCxnSpPr>
            <a:cxnSpLocks/>
          </p:cNvCxnSpPr>
          <p:nvPr/>
        </p:nvCxnSpPr>
        <p:spPr>
          <a:xfrm rot="5400000">
            <a:off x="4327020" y="1925708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3D2698D-2C87-459A-9026-4E3F64681792}"/>
              </a:ext>
            </a:extLst>
          </p:cNvPr>
          <p:cNvCxnSpPr>
            <a:cxnSpLocks/>
          </p:cNvCxnSpPr>
          <p:nvPr/>
        </p:nvCxnSpPr>
        <p:spPr>
          <a:xfrm rot="5400000">
            <a:off x="6502183" y="192296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D794AF8-30A3-4C0A-9B51-C1C3D95979D3}"/>
              </a:ext>
            </a:extLst>
          </p:cNvPr>
          <p:cNvSpPr txBox="1"/>
          <p:nvPr/>
        </p:nvSpPr>
        <p:spPr>
          <a:xfrm>
            <a:off x="1048221" y="152412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4AD87E-F6B2-4251-AF36-1C5245B5A47D}"/>
              </a:ext>
            </a:extLst>
          </p:cNvPr>
          <p:cNvSpPr txBox="1"/>
          <p:nvPr/>
        </p:nvSpPr>
        <p:spPr>
          <a:xfrm>
            <a:off x="3127885" y="153753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460EEDB-E9AE-496B-8786-0C00ED410A8A}"/>
              </a:ext>
            </a:extLst>
          </p:cNvPr>
          <p:cNvSpPr txBox="1"/>
          <p:nvPr/>
        </p:nvSpPr>
        <p:spPr>
          <a:xfrm>
            <a:off x="5353047" y="151018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/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/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/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ángulo 47">
            <a:extLst>
              <a:ext uri="{FF2B5EF4-FFF2-40B4-BE49-F238E27FC236}">
                <a16:creationId xmlns:a16="http://schemas.microsoft.com/office/drawing/2014/main" id="{6C30ECF0-87F2-4897-B497-25A0E7C133B2}"/>
              </a:ext>
            </a:extLst>
          </p:cNvPr>
          <p:cNvSpPr/>
          <p:nvPr/>
        </p:nvSpPr>
        <p:spPr>
          <a:xfrm>
            <a:off x="4477621" y="3565643"/>
            <a:ext cx="2339104" cy="1802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581D59B-A43E-43E4-B711-5E795841DFCF}"/>
              </a:ext>
            </a:extLst>
          </p:cNvPr>
          <p:cNvSpPr/>
          <p:nvPr/>
        </p:nvSpPr>
        <p:spPr>
          <a:xfrm>
            <a:off x="4507201" y="5274477"/>
            <a:ext cx="2339103" cy="1802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8D5BD78-68DE-40A7-B345-3F0A8802B847}"/>
              </a:ext>
            </a:extLst>
          </p:cNvPr>
          <p:cNvSpPr/>
          <p:nvPr/>
        </p:nvSpPr>
        <p:spPr>
          <a:xfrm rot="5400000">
            <a:off x="3690902" y="4458386"/>
            <a:ext cx="1507907" cy="1246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F1B8832-4EF2-48C9-B8B5-F6C70C4E046D}"/>
              </a:ext>
            </a:extLst>
          </p:cNvPr>
          <p:cNvSpPr txBox="1"/>
          <p:nvPr/>
        </p:nvSpPr>
        <p:spPr>
          <a:xfrm>
            <a:off x="5360514" y="4129297"/>
            <a:ext cx="46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11220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7C96224-705B-4843-9152-05C72C46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2172418"/>
            <a:ext cx="6480175" cy="4500563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6BD0C7B-D49B-4050-9E88-F1B42348D63C}"/>
              </a:ext>
            </a:extLst>
          </p:cNvPr>
          <p:cNvCxnSpPr/>
          <p:nvPr/>
        </p:nvCxnSpPr>
        <p:spPr>
          <a:xfrm>
            <a:off x="7384470" y="1884218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23B6316-6374-409B-BF21-621AC963505D}"/>
              </a:ext>
            </a:extLst>
          </p:cNvPr>
          <p:cNvCxnSpPr>
            <a:cxnSpLocks/>
          </p:cNvCxnSpPr>
          <p:nvPr/>
        </p:nvCxnSpPr>
        <p:spPr>
          <a:xfrm>
            <a:off x="7217066" y="23533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3A9545-3DD4-4C60-87AF-3A755228CEBB}"/>
              </a:ext>
            </a:extLst>
          </p:cNvPr>
          <p:cNvCxnSpPr>
            <a:cxnSpLocks/>
          </p:cNvCxnSpPr>
          <p:nvPr/>
        </p:nvCxnSpPr>
        <p:spPr>
          <a:xfrm>
            <a:off x="7202347" y="355873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F7E855C-EEB9-4E50-AFC1-D5EEBCA0D8DF}"/>
              </a:ext>
            </a:extLst>
          </p:cNvPr>
          <p:cNvCxnSpPr>
            <a:cxnSpLocks/>
          </p:cNvCxnSpPr>
          <p:nvPr/>
        </p:nvCxnSpPr>
        <p:spPr>
          <a:xfrm>
            <a:off x="7201479" y="374591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CABC42B-6D89-4215-B049-1A5E7FF283F4}"/>
              </a:ext>
            </a:extLst>
          </p:cNvPr>
          <p:cNvCxnSpPr>
            <a:cxnSpLocks/>
          </p:cNvCxnSpPr>
          <p:nvPr/>
        </p:nvCxnSpPr>
        <p:spPr>
          <a:xfrm>
            <a:off x="7189356" y="52746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D6F6A8F-B780-49A9-B8B9-0F924597F095}"/>
              </a:ext>
            </a:extLst>
          </p:cNvPr>
          <p:cNvCxnSpPr>
            <a:cxnSpLocks/>
          </p:cNvCxnSpPr>
          <p:nvPr/>
        </p:nvCxnSpPr>
        <p:spPr>
          <a:xfrm>
            <a:off x="7188491" y="5454792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905F228-46DC-45B2-819F-41873221E308}"/>
              </a:ext>
            </a:extLst>
          </p:cNvPr>
          <p:cNvCxnSpPr>
            <a:cxnSpLocks/>
          </p:cNvCxnSpPr>
          <p:nvPr/>
        </p:nvCxnSpPr>
        <p:spPr>
          <a:xfrm>
            <a:off x="7175501" y="64935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E6489E3-7FC8-49E2-8C27-3F0E4E1E2E7A}"/>
              </a:ext>
            </a:extLst>
          </p:cNvPr>
          <p:cNvSpPr txBox="1"/>
          <p:nvPr/>
        </p:nvSpPr>
        <p:spPr>
          <a:xfrm>
            <a:off x="7416200" y="5711432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1Y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909209-9A2F-4F60-B7E8-462782CC6C7F}"/>
              </a:ext>
            </a:extLst>
          </p:cNvPr>
          <p:cNvSpPr txBox="1"/>
          <p:nvPr/>
        </p:nvSpPr>
        <p:spPr>
          <a:xfrm>
            <a:off x="7448527" y="4257179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2Y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D3EF12-B092-48B9-8F70-9BC1BBF839F9}"/>
              </a:ext>
            </a:extLst>
          </p:cNvPr>
          <p:cNvSpPr txBox="1"/>
          <p:nvPr/>
        </p:nvSpPr>
        <p:spPr>
          <a:xfrm>
            <a:off x="7448527" y="2789713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3Y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F429EF4-1782-4620-92F4-26C9D37D2087}"/>
              </a:ext>
            </a:extLst>
          </p:cNvPr>
          <p:cNvCxnSpPr>
            <a:cxnSpLocks/>
          </p:cNvCxnSpPr>
          <p:nvPr/>
        </p:nvCxnSpPr>
        <p:spPr>
          <a:xfrm rot="5400000">
            <a:off x="3471378" y="-1549889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23FB962-99A1-4EBF-849B-630486F2E807}"/>
              </a:ext>
            </a:extLst>
          </p:cNvPr>
          <p:cNvCxnSpPr>
            <a:cxnSpLocks/>
          </p:cNvCxnSpPr>
          <p:nvPr/>
        </p:nvCxnSpPr>
        <p:spPr>
          <a:xfrm rot="5400000">
            <a:off x="293327" y="189042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D835A0D-FC94-43DD-9290-FD86D1659760}"/>
              </a:ext>
            </a:extLst>
          </p:cNvPr>
          <p:cNvCxnSpPr>
            <a:cxnSpLocks/>
          </p:cNvCxnSpPr>
          <p:nvPr/>
        </p:nvCxnSpPr>
        <p:spPr>
          <a:xfrm rot="5400000">
            <a:off x="1985603" y="189597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5981EDE-BABE-4C8F-9E9D-7DB41E7166C9}"/>
              </a:ext>
            </a:extLst>
          </p:cNvPr>
          <p:cNvCxnSpPr>
            <a:cxnSpLocks/>
          </p:cNvCxnSpPr>
          <p:nvPr/>
        </p:nvCxnSpPr>
        <p:spPr>
          <a:xfrm rot="5400000">
            <a:off x="2110294" y="19177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EAE9841-7629-428B-ABA3-4AC268A4EC57}"/>
              </a:ext>
            </a:extLst>
          </p:cNvPr>
          <p:cNvCxnSpPr>
            <a:cxnSpLocks/>
          </p:cNvCxnSpPr>
          <p:nvPr/>
        </p:nvCxnSpPr>
        <p:spPr>
          <a:xfrm rot="5400000">
            <a:off x="4202329" y="192570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12BEEBB-557B-4A30-B143-B5458593717C}"/>
              </a:ext>
            </a:extLst>
          </p:cNvPr>
          <p:cNvCxnSpPr>
            <a:cxnSpLocks/>
          </p:cNvCxnSpPr>
          <p:nvPr/>
        </p:nvCxnSpPr>
        <p:spPr>
          <a:xfrm rot="5400000">
            <a:off x="4327020" y="1925708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3D2698D-2C87-459A-9026-4E3F64681792}"/>
              </a:ext>
            </a:extLst>
          </p:cNvPr>
          <p:cNvCxnSpPr>
            <a:cxnSpLocks/>
          </p:cNvCxnSpPr>
          <p:nvPr/>
        </p:nvCxnSpPr>
        <p:spPr>
          <a:xfrm rot="5400000">
            <a:off x="6502183" y="192296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D794AF8-30A3-4C0A-9B51-C1C3D95979D3}"/>
              </a:ext>
            </a:extLst>
          </p:cNvPr>
          <p:cNvSpPr txBox="1"/>
          <p:nvPr/>
        </p:nvSpPr>
        <p:spPr>
          <a:xfrm>
            <a:off x="1048221" y="152412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4AD87E-F6B2-4251-AF36-1C5245B5A47D}"/>
              </a:ext>
            </a:extLst>
          </p:cNvPr>
          <p:cNvSpPr txBox="1"/>
          <p:nvPr/>
        </p:nvSpPr>
        <p:spPr>
          <a:xfrm>
            <a:off x="3127885" y="153753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460EEDB-E9AE-496B-8786-0C00ED410A8A}"/>
              </a:ext>
            </a:extLst>
          </p:cNvPr>
          <p:cNvSpPr txBox="1"/>
          <p:nvPr/>
        </p:nvSpPr>
        <p:spPr>
          <a:xfrm>
            <a:off x="5353047" y="151018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/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/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/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ángulo 28">
            <a:extLst>
              <a:ext uri="{FF2B5EF4-FFF2-40B4-BE49-F238E27FC236}">
                <a16:creationId xmlns:a16="http://schemas.microsoft.com/office/drawing/2014/main" id="{6581D59B-A43E-43E4-B711-5E795841DFCF}"/>
              </a:ext>
            </a:extLst>
          </p:cNvPr>
          <p:cNvSpPr/>
          <p:nvPr/>
        </p:nvSpPr>
        <p:spPr>
          <a:xfrm>
            <a:off x="333377" y="5274477"/>
            <a:ext cx="1830820" cy="1802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8D5BD78-68DE-40A7-B345-3F0A8802B847}"/>
              </a:ext>
            </a:extLst>
          </p:cNvPr>
          <p:cNvSpPr/>
          <p:nvPr/>
        </p:nvSpPr>
        <p:spPr>
          <a:xfrm rot="5400000">
            <a:off x="1619015" y="6001522"/>
            <a:ext cx="1218228" cy="1246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98644BCD-A3D3-4498-AF36-A0A23D3BE3EF}"/>
              </a:ext>
            </a:extLst>
          </p:cNvPr>
          <p:cNvSpPr txBox="1"/>
          <p:nvPr/>
        </p:nvSpPr>
        <p:spPr>
          <a:xfrm>
            <a:off x="1140456" y="5706734"/>
            <a:ext cx="46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95490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7C96224-705B-4843-9152-05C72C46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2172418"/>
            <a:ext cx="6480175" cy="4500563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6BD0C7B-D49B-4050-9E88-F1B42348D63C}"/>
              </a:ext>
            </a:extLst>
          </p:cNvPr>
          <p:cNvCxnSpPr/>
          <p:nvPr/>
        </p:nvCxnSpPr>
        <p:spPr>
          <a:xfrm>
            <a:off x="7384470" y="1884218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23B6316-6374-409B-BF21-621AC963505D}"/>
              </a:ext>
            </a:extLst>
          </p:cNvPr>
          <p:cNvCxnSpPr>
            <a:cxnSpLocks/>
          </p:cNvCxnSpPr>
          <p:nvPr/>
        </p:nvCxnSpPr>
        <p:spPr>
          <a:xfrm>
            <a:off x="7217066" y="23533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3A9545-3DD4-4C60-87AF-3A755228CEBB}"/>
              </a:ext>
            </a:extLst>
          </p:cNvPr>
          <p:cNvCxnSpPr>
            <a:cxnSpLocks/>
          </p:cNvCxnSpPr>
          <p:nvPr/>
        </p:nvCxnSpPr>
        <p:spPr>
          <a:xfrm>
            <a:off x="7202347" y="355873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F7E855C-EEB9-4E50-AFC1-D5EEBCA0D8DF}"/>
              </a:ext>
            </a:extLst>
          </p:cNvPr>
          <p:cNvCxnSpPr>
            <a:cxnSpLocks/>
          </p:cNvCxnSpPr>
          <p:nvPr/>
        </p:nvCxnSpPr>
        <p:spPr>
          <a:xfrm>
            <a:off x="7201479" y="374591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CABC42B-6D89-4215-B049-1A5E7FF283F4}"/>
              </a:ext>
            </a:extLst>
          </p:cNvPr>
          <p:cNvCxnSpPr>
            <a:cxnSpLocks/>
          </p:cNvCxnSpPr>
          <p:nvPr/>
        </p:nvCxnSpPr>
        <p:spPr>
          <a:xfrm>
            <a:off x="7189356" y="52746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D6F6A8F-B780-49A9-B8B9-0F924597F095}"/>
              </a:ext>
            </a:extLst>
          </p:cNvPr>
          <p:cNvCxnSpPr>
            <a:cxnSpLocks/>
          </p:cNvCxnSpPr>
          <p:nvPr/>
        </p:nvCxnSpPr>
        <p:spPr>
          <a:xfrm>
            <a:off x="7188491" y="5454792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905F228-46DC-45B2-819F-41873221E308}"/>
              </a:ext>
            </a:extLst>
          </p:cNvPr>
          <p:cNvCxnSpPr>
            <a:cxnSpLocks/>
          </p:cNvCxnSpPr>
          <p:nvPr/>
        </p:nvCxnSpPr>
        <p:spPr>
          <a:xfrm>
            <a:off x="7175501" y="64935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E6489E3-7FC8-49E2-8C27-3F0E4E1E2E7A}"/>
              </a:ext>
            </a:extLst>
          </p:cNvPr>
          <p:cNvSpPr txBox="1"/>
          <p:nvPr/>
        </p:nvSpPr>
        <p:spPr>
          <a:xfrm>
            <a:off x="7416200" y="5711432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1Y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909209-9A2F-4F60-B7E8-462782CC6C7F}"/>
              </a:ext>
            </a:extLst>
          </p:cNvPr>
          <p:cNvSpPr txBox="1"/>
          <p:nvPr/>
        </p:nvSpPr>
        <p:spPr>
          <a:xfrm>
            <a:off x="7448527" y="4257179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2Y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D3EF12-B092-48B9-8F70-9BC1BBF839F9}"/>
              </a:ext>
            </a:extLst>
          </p:cNvPr>
          <p:cNvSpPr txBox="1"/>
          <p:nvPr/>
        </p:nvSpPr>
        <p:spPr>
          <a:xfrm>
            <a:off x="7448527" y="2789713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3Y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F429EF4-1782-4620-92F4-26C9D37D2087}"/>
              </a:ext>
            </a:extLst>
          </p:cNvPr>
          <p:cNvCxnSpPr>
            <a:cxnSpLocks/>
          </p:cNvCxnSpPr>
          <p:nvPr/>
        </p:nvCxnSpPr>
        <p:spPr>
          <a:xfrm rot="5400000">
            <a:off x="3471378" y="-1549889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23FB962-99A1-4EBF-849B-630486F2E807}"/>
              </a:ext>
            </a:extLst>
          </p:cNvPr>
          <p:cNvCxnSpPr>
            <a:cxnSpLocks/>
          </p:cNvCxnSpPr>
          <p:nvPr/>
        </p:nvCxnSpPr>
        <p:spPr>
          <a:xfrm rot="5400000">
            <a:off x="293327" y="189042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D835A0D-FC94-43DD-9290-FD86D1659760}"/>
              </a:ext>
            </a:extLst>
          </p:cNvPr>
          <p:cNvCxnSpPr>
            <a:cxnSpLocks/>
          </p:cNvCxnSpPr>
          <p:nvPr/>
        </p:nvCxnSpPr>
        <p:spPr>
          <a:xfrm rot="5400000">
            <a:off x="1985603" y="189597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5981EDE-BABE-4C8F-9E9D-7DB41E7166C9}"/>
              </a:ext>
            </a:extLst>
          </p:cNvPr>
          <p:cNvCxnSpPr>
            <a:cxnSpLocks/>
          </p:cNvCxnSpPr>
          <p:nvPr/>
        </p:nvCxnSpPr>
        <p:spPr>
          <a:xfrm rot="5400000">
            <a:off x="2110294" y="19177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EAE9841-7629-428B-ABA3-4AC268A4EC57}"/>
              </a:ext>
            </a:extLst>
          </p:cNvPr>
          <p:cNvCxnSpPr>
            <a:cxnSpLocks/>
          </p:cNvCxnSpPr>
          <p:nvPr/>
        </p:nvCxnSpPr>
        <p:spPr>
          <a:xfrm rot="5400000">
            <a:off x="4202329" y="192570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12BEEBB-557B-4A30-B143-B5458593717C}"/>
              </a:ext>
            </a:extLst>
          </p:cNvPr>
          <p:cNvCxnSpPr>
            <a:cxnSpLocks/>
          </p:cNvCxnSpPr>
          <p:nvPr/>
        </p:nvCxnSpPr>
        <p:spPr>
          <a:xfrm rot="5400000">
            <a:off x="4327020" y="1925708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3D2698D-2C87-459A-9026-4E3F64681792}"/>
              </a:ext>
            </a:extLst>
          </p:cNvPr>
          <p:cNvCxnSpPr>
            <a:cxnSpLocks/>
          </p:cNvCxnSpPr>
          <p:nvPr/>
        </p:nvCxnSpPr>
        <p:spPr>
          <a:xfrm rot="5400000">
            <a:off x="6502183" y="192296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D794AF8-30A3-4C0A-9B51-C1C3D95979D3}"/>
              </a:ext>
            </a:extLst>
          </p:cNvPr>
          <p:cNvSpPr txBox="1"/>
          <p:nvPr/>
        </p:nvSpPr>
        <p:spPr>
          <a:xfrm>
            <a:off x="1048221" y="152412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4AD87E-F6B2-4251-AF36-1C5245B5A47D}"/>
              </a:ext>
            </a:extLst>
          </p:cNvPr>
          <p:cNvSpPr txBox="1"/>
          <p:nvPr/>
        </p:nvSpPr>
        <p:spPr>
          <a:xfrm>
            <a:off x="3127885" y="153753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460EEDB-E9AE-496B-8786-0C00ED410A8A}"/>
              </a:ext>
            </a:extLst>
          </p:cNvPr>
          <p:cNvSpPr txBox="1"/>
          <p:nvPr/>
        </p:nvSpPr>
        <p:spPr>
          <a:xfrm>
            <a:off x="5353047" y="151018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/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/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/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ángulo 28">
            <a:extLst>
              <a:ext uri="{FF2B5EF4-FFF2-40B4-BE49-F238E27FC236}">
                <a16:creationId xmlns:a16="http://schemas.microsoft.com/office/drawing/2014/main" id="{6581D59B-A43E-43E4-B711-5E795841DFCF}"/>
              </a:ext>
            </a:extLst>
          </p:cNvPr>
          <p:cNvSpPr/>
          <p:nvPr/>
        </p:nvSpPr>
        <p:spPr>
          <a:xfrm>
            <a:off x="2290474" y="5274477"/>
            <a:ext cx="2092035" cy="1802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8D5BD78-68DE-40A7-B345-3F0A8802B847}"/>
              </a:ext>
            </a:extLst>
          </p:cNvPr>
          <p:cNvSpPr/>
          <p:nvPr/>
        </p:nvSpPr>
        <p:spPr>
          <a:xfrm rot="5400000">
            <a:off x="1619015" y="6001522"/>
            <a:ext cx="1218228" cy="1246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36E2011-C376-41B9-BCC0-282260EE44AA}"/>
              </a:ext>
            </a:extLst>
          </p:cNvPr>
          <p:cNvSpPr/>
          <p:nvPr/>
        </p:nvSpPr>
        <p:spPr>
          <a:xfrm rot="5400000">
            <a:off x="3835743" y="6001485"/>
            <a:ext cx="1218228" cy="1246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D3F37BE-A459-40BD-8EFD-84F4FD942AD2}"/>
              </a:ext>
            </a:extLst>
          </p:cNvPr>
          <p:cNvSpPr txBox="1"/>
          <p:nvPr/>
        </p:nvSpPr>
        <p:spPr>
          <a:xfrm>
            <a:off x="3102819" y="5703485"/>
            <a:ext cx="46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45000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7C96224-705B-4843-9152-05C72C46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63" y="2172418"/>
            <a:ext cx="6480175" cy="4500563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6BD0C7B-D49B-4050-9E88-F1B42348D63C}"/>
              </a:ext>
            </a:extLst>
          </p:cNvPr>
          <p:cNvCxnSpPr/>
          <p:nvPr/>
        </p:nvCxnSpPr>
        <p:spPr>
          <a:xfrm>
            <a:off x="7384470" y="1884218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23B6316-6374-409B-BF21-621AC963505D}"/>
              </a:ext>
            </a:extLst>
          </p:cNvPr>
          <p:cNvCxnSpPr>
            <a:cxnSpLocks/>
          </p:cNvCxnSpPr>
          <p:nvPr/>
        </p:nvCxnSpPr>
        <p:spPr>
          <a:xfrm>
            <a:off x="7217066" y="23533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E3A9545-3DD4-4C60-87AF-3A755228CEBB}"/>
              </a:ext>
            </a:extLst>
          </p:cNvPr>
          <p:cNvCxnSpPr>
            <a:cxnSpLocks/>
          </p:cNvCxnSpPr>
          <p:nvPr/>
        </p:nvCxnSpPr>
        <p:spPr>
          <a:xfrm>
            <a:off x="7202347" y="355873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FF7E855C-EEB9-4E50-AFC1-D5EEBCA0D8DF}"/>
              </a:ext>
            </a:extLst>
          </p:cNvPr>
          <p:cNvCxnSpPr>
            <a:cxnSpLocks/>
          </p:cNvCxnSpPr>
          <p:nvPr/>
        </p:nvCxnSpPr>
        <p:spPr>
          <a:xfrm>
            <a:off x="7201479" y="374591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CABC42B-6D89-4215-B049-1A5E7FF283F4}"/>
              </a:ext>
            </a:extLst>
          </p:cNvPr>
          <p:cNvCxnSpPr>
            <a:cxnSpLocks/>
          </p:cNvCxnSpPr>
          <p:nvPr/>
        </p:nvCxnSpPr>
        <p:spPr>
          <a:xfrm>
            <a:off x="7189356" y="52746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3D6F6A8F-B780-49A9-B8B9-0F924597F095}"/>
              </a:ext>
            </a:extLst>
          </p:cNvPr>
          <p:cNvCxnSpPr>
            <a:cxnSpLocks/>
          </p:cNvCxnSpPr>
          <p:nvPr/>
        </p:nvCxnSpPr>
        <p:spPr>
          <a:xfrm>
            <a:off x="7188491" y="5454792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7905F228-46DC-45B2-819F-41873221E308}"/>
              </a:ext>
            </a:extLst>
          </p:cNvPr>
          <p:cNvCxnSpPr>
            <a:cxnSpLocks/>
          </p:cNvCxnSpPr>
          <p:nvPr/>
        </p:nvCxnSpPr>
        <p:spPr>
          <a:xfrm>
            <a:off x="7175501" y="649359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E6489E3-7FC8-49E2-8C27-3F0E4E1E2E7A}"/>
              </a:ext>
            </a:extLst>
          </p:cNvPr>
          <p:cNvSpPr txBox="1"/>
          <p:nvPr/>
        </p:nvSpPr>
        <p:spPr>
          <a:xfrm>
            <a:off x="7416200" y="5711432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1Y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909209-9A2F-4F60-B7E8-462782CC6C7F}"/>
              </a:ext>
            </a:extLst>
          </p:cNvPr>
          <p:cNvSpPr txBox="1"/>
          <p:nvPr/>
        </p:nvSpPr>
        <p:spPr>
          <a:xfrm>
            <a:off x="7448527" y="4257179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2Y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D3EF12-B092-48B9-8F70-9BC1BBF839F9}"/>
              </a:ext>
            </a:extLst>
          </p:cNvPr>
          <p:cNvSpPr txBox="1"/>
          <p:nvPr/>
        </p:nvSpPr>
        <p:spPr>
          <a:xfrm>
            <a:off x="7448527" y="2789713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3Y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F429EF4-1782-4620-92F4-26C9D37D2087}"/>
              </a:ext>
            </a:extLst>
          </p:cNvPr>
          <p:cNvCxnSpPr>
            <a:cxnSpLocks/>
          </p:cNvCxnSpPr>
          <p:nvPr/>
        </p:nvCxnSpPr>
        <p:spPr>
          <a:xfrm rot="5400000">
            <a:off x="3471378" y="-1549889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123FB962-99A1-4EBF-849B-630486F2E807}"/>
              </a:ext>
            </a:extLst>
          </p:cNvPr>
          <p:cNvCxnSpPr>
            <a:cxnSpLocks/>
          </p:cNvCxnSpPr>
          <p:nvPr/>
        </p:nvCxnSpPr>
        <p:spPr>
          <a:xfrm rot="5400000">
            <a:off x="293327" y="189042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9D835A0D-FC94-43DD-9290-FD86D1659760}"/>
              </a:ext>
            </a:extLst>
          </p:cNvPr>
          <p:cNvCxnSpPr>
            <a:cxnSpLocks/>
          </p:cNvCxnSpPr>
          <p:nvPr/>
        </p:nvCxnSpPr>
        <p:spPr>
          <a:xfrm rot="5400000">
            <a:off x="1985603" y="189597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E5981EDE-BABE-4C8F-9E9D-7DB41E7166C9}"/>
              </a:ext>
            </a:extLst>
          </p:cNvPr>
          <p:cNvCxnSpPr>
            <a:cxnSpLocks/>
          </p:cNvCxnSpPr>
          <p:nvPr/>
        </p:nvCxnSpPr>
        <p:spPr>
          <a:xfrm rot="5400000">
            <a:off x="2110294" y="19177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4EAE9841-7629-428B-ABA3-4AC268A4EC57}"/>
              </a:ext>
            </a:extLst>
          </p:cNvPr>
          <p:cNvCxnSpPr>
            <a:cxnSpLocks/>
          </p:cNvCxnSpPr>
          <p:nvPr/>
        </p:nvCxnSpPr>
        <p:spPr>
          <a:xfrm rot="5400000">
            <a:off x="4202329" y="192570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C12BEEBB-557B-4A30-B143-B5458593717C}"/>
              </a:ext>
            </a:extLst>
          </p:cNvPr>
          <p:cNvCxnSpPr>
            <a:cxnSpLocks/>
          </p:cNvCxnSpPr>
          <p:nvPr/>
        </p:nvCxnSpPr>
        <p:spPr>
          <a:xfrm rot="5400000">
            <a:off x="4327020" y="1925708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3D2698D-2C87-459A-9026-4E3F64681792}"/>
              </a:ext>
            </a:extLst>
          </p:cNvPr>
          <p:cNvCxnSpPr>
            <a:cxnSpLocks/>
          </p:cNvCxnSpPr>
          <p:nvPr/>
        </p:nvCxnSpPr>
        <p:spPr>
          <a:xfrm rot="5400000">
            <a:off x="6502183" y="1922966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D794AF8-30A3-4C0A-9B51-C1C3D95979D3}"/>
              </a:ext>
            </a:extLst>
          </p:cNvPr>
          <p:cNvSpPr txBox="1"/>
          <p:nvPr/>
        </p:nvSpPr>
        <p:spPr>
          <a:xfrm>
            <a:off x="1048221" y="152412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1X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74AD87E-F6B2-4251-AF36-1C5245B5A47D}"/>
              </a:ext>
            </a:extLst>
          </p:cNvPr>
          <p:cNvSpPr txBox="1"/>
          <p:nvPr/>
        </p:nvSpPr>
        <p:spPr>
          <a:xfrm>
            <a:off x="3127885" y="153753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2X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6460EEDB-E9AE-496B-8786-0C00ED410A8A}"/>
              </a:ext>
            </a:extLst>
          </p:cNvPr>
          <p:cNvSpPr txBox="1"/>
          <p:nvPr/>
        </p:nvSpPr>
        <p:spPr>
          <a:xfrm>
            <a:off x="5353047" y="1510184"/>
            <a:ext cx="4748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L</a:t>
            </a:r>
            <a:r>
              <a:rPr lang="es-PE" sz="2000" b="1" baseline="-25000" dirty="0"/>
              <a:t>3X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/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1DDE708-0B8C-404F-90F5-C16D29E4C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2542908"/>
                <a:ext cx="2885790" cy="626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/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20A2362B-2588-41CC-9D7E-6C51A5765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9752" y="3678981"/>
                <a:ext cx="2885790" cy="6265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/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PE" sz="20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sub>
                          </m:sSub>
                        </m:den>
                      </m:f>
                      <m:r>
                        <a:rPr lang="es-PE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  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s-PE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PE" sz="2000" b="1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395B9B78-FB31-4941-8AFB-01AD96B55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4202" y="4972995"/>
                <a:ext cx="2885790" cy="62651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ángulo 28">
            <a:extLst>
              <a:ext uri="{FF2B5EF4-FFF2-40B4-BE49-F238E27FC236}">
                <a16:creationId xmlns:a16="http://schemas.microsoft.com/office/drawing/2014/main" id="{6581D59B-A43E-43E4-B711-5E795841DFCF}"/>
              </a:ext>
            </a:extLst>
          </p:cNvPr>
          <p:cNvSpPr/>
          <p:nvPr/>
        </p:nvSpPr>
        <p:spPr>
          <a:xfrm>
            <a:off x="4507201" y="5274477"/>
            <a:ext cx="2309524" cy="18023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36E2011-C376-41B9-BCC0-282260EE44AA}"/>
              </a:ext>
            </a:extLst>
          </p:cNvPr>
          <p:cNvSpPr/>
          <p:nvPr/>
        </p:nvSpPr>
        <p:spPr>
          <a:xfrm rot="5400000">
            <a:off x="3835743" y="6001485"/>
            <a:ext cx="1218228" cy="12469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B9425D1-525A-4E08-BE8C-F88F0AFA949A}"/>
              </a:ext>
            </a:extLst>
          </p:cNvPr>
          <p:cNvSpPr txBox="1"/>
          <p:nvPr/>
        </p:nvSpPr>
        <p:spPr>
          <a:xfrm>
            <a:off x="5352078" y="5658516"/>
            <a:ext cx="467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3600" b="1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09782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873747-E919-43C9-B1F6-273628D211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95" t="24641" r="25454" b="7151"/>
          <a:stretch/>
        </p:blipFill>
        <p:spPr>
          <a:xfrm>
            <a:off x="0" y="620284"/>
            <a:ext cx="5750222" cy="504031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49A5A0E-6BD7-4677-BF0E-A8626AE623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946" t="23736" r="26667" b="11700"/>
          <a:stretch/>
        </p:blipFill>
        <p:spPr>
          <a:xfrm>
            <a:off x="5661317" y="776117"/>
            <a:ext cx="6195721" cy="530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89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873747-E919-43C9-B1F6-273628D211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057" t="40344" r="59011" b="53795"/>
          <a:stretch/>
        </p:blipFill>
        <p:spPr>
          <a:xfrm>
            <a:off x="4211070" y="809838"/>
            <a:ext cx="1953620" cy="2195761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90C9CAF-334F-4565-88EC-FFC28733DCFC}"/>
              </a:ext>
            </a:extLst>
          </p:cNvPr>
          <p:cNvCxnSpPr/>
          <p:nvPr/>
        </p:nvCxnSpPr>
        <p:spPr>
          <a:xfrm>
            <a:off x="1812926" y="5512653"/>
            <a:ext cx="360045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18D59-4648-4506-A53D-0A472EB24409}"/>
              </a:ext>
            </a:extLst>
          </p:cNvPr>
          <p:cNvSpPr txBox="1"/>
          <p:nvPr/>
        </p:nvSpPr>
        <p:spPr>
          <a:xfrm>
            <a:off x="2887663" y="5884483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</a:t>
            </a:r>
            <a:r>
              <a:rPr lang="es-MX" dirty="0">
                <a:solidFill>
                  <a:srgbClr val="0070C0"/>
                </a:solidFill>
              </a:rPr>
              <a:t>+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A38A84-4189-4C49-9AF5-B497C99E3B9D}"/>
              </a:ext>
            </a:extLst>
          </p:cNvPr>
          <p:cNvCxnSpPr/>
          <p:nvPr/>
        </p:nvCxnSpPr>
        <p:spPr>
          <a:xfrm>
            <a:off x="9901238" y="1268413"/>
            <a:ext cx="0" cy="3876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4A1E9FC-980C-4E6D-9F46-545D81942174}"/>
              </a:ext>
            </a:extLst>
          </p:cNvPr>
          <p:cNvSpPr txBox="1"/>
          <p:nvPr/>
        </p:nvSpPr>
        <p:spPr>
          <a:xfrm>
            <a:off x="10766094" y="3124399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</a:t>
            </a:r>
            <a:r>
              <a:rPr lang="es-MX" dirty="0">
                <a:solidFill>
                  <a:srgbClr val="FF0000"/>
                </a:solidFill>
              </a:rPr>
              <a:t>+</a:t>
            </a:r>
            <a:endParaRPr lang="es-PE" dirty="0">
              <a:solidFill>
                <a:srgbClr val="FF0000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5BE2AA2-1DE6-450C-B188-AC9671B8AC61}"/>
              </a:ext>
            </a:extLst>
          </p:cNvPr>
          <p:cNvGrpSpPr/>
          <p:nvPr/>
        </p:nvGrpSpPr>
        <p:grpSpPr>
          <a:xfrm>
            <a:off x="1273176" y="5173630"/>
            <a:ext cx="356188" cy="731621"/>
            <a:chOff x="515938" y="5770112"/>
            <a:chExt cx="356188" cy="731621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F4FBE22-DA44-4CB2-BFE2-857501CEE76B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M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A49197B7-CCDC-4195-BFC4-FF0888CA1ECE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-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7FD8762-4B10-44C8-AF2F-11D9F5CB131B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+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F8C415F-9DBD-4F1B-9C79-9B64305E9D33}"/>
              </a:ext>
            </a:extLst>
          </p:cNvPr>
          <p:cNvGrpSpPr/>
          <p:nvPr/>
        </p:nvGrpSpPr>
        <p:grpSpPr>
          <a:xfrm rot="16200000">
            <a:off x="9723144" y="652852"/>
            <a:ext cx="356188" cy="731621"/>
            <a:chOff x="515938" y="5770112"/>
            <a:chExt cx="356188" cy="731621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9C65B7A-97A3-41B9-B329-B856A854A8D5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M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4BE1260-FE58-44DD-9285-975709E2E28B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-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3465A91-C642-4093-B6DE-0421D004C3B6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+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32475E52-67E8-4615-B84D-B3A6BCAE2344}"/>
              </a:ext>
            </a:extLst>
          </p:cNvPr>
          <p:cNvSpPr/>
          <p:nvPr/>
        </p:nvSpPr>
        <p:spPr>
          <a:xfrm>
            <a:off x="1801504" y="5500048"/>
            <a:ext cx="3589362" cy="436728"/>
          </a:xfrm>
          <a:custGeom>
            <a:avLst/>
            <a:gdLst>
              <a:gd name="connsiteX0" fmla="*/ 0 w 3589362"/>
              <a:gd name="connsiteY0" fmla="*/ 0 h 436728"/>
              <a:gd name="connsiteX1" fmla="*/ 1460311 w 3589362"/>
              <a:gd name="connsiteY1" fmla="*/ 436728 h 436728"/>
              <a:gd name="connsiteX2" fmla="*/ 3589362 w 3589362"/>
              <a:gd name="connsiteY2" fmla="*/ 0 h 436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362" h="436728">
                <a:moveTo>
                  <a:pt x="0" y="0"/>
                </a:moveTo>
                <a:cubicBezTo>
                  <a:pt x="431042" y="218364"/>
                  <a:pt x="862084" y="436728"/>
                  <a:pt x="1460311" y="436728"/>
                </a:cubicBezTo>
                <a:cubicBezTo>
                  <a:pt x="2058538" y="436728"/>
                  <a:pt x="2823950" y="218364"/>
                  <a:pt x="3589362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45F18FDA-0D61-4DCB-A04B-0449B8E310AA}"/>
              </a:ext>
            </a:extLst>
          </p:cNvPr>
          <p:cNvSpPr/>
          <p:nvPr/>
        </p:nvSpPr>
        <p:spPr>
          <a:xfrm>
            <a:off x="9894627" y="1269242"/>
            <a:ext cx="777922" cy="3875964"/>
          </a:xfrm>
          <a:custGeom>
            <a:avLst/>
            <a:gdLst>
              <a:gd name="connsiteX0" fmla="*/ 0 w 777922"/>
              <a:gd name="connsiteY0" fmla="*/ 0 h 3875964"/>
              <a:gd name="connsiteX1" fmla="*/ 777922 w 777922"/>
              <a:gd name="connsiteY1" fmla="*/ 1774209 h 3875964"/>
              <a:gd name="connsiteX2" fmla="*/ 0 w 777922"/>
              <a:gd name="connsiteY2" fmla="*/ 3875964 h 387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7922" h="3875964">
                <a:moveTo>
                  <a:pt x="0" y="0"/>
                </a:moveTo>
                <a:cubicBezTo>
                  <a:pt x="388961" y="564107"/>
                  <a:pt x="777922" y="1128215"/>
                  <a:pt x="777922" y="1774209"/>
                </a:cubicBezTo>
                <a:cubicBezTo>
                  <a:pt x="777922" y="2420203"/>
                  <a:pt x="388961" y="3148083"/>
                  <a:pt x="0" y="3875964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334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873747-E919-43C9-B1F6-273628D211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569" t="40344" r="54650" b="53795"/>
          <a:stretch/>
        </p:blipFill>
        <p:spPr>
          <a:xfrm>
            <a:off x="4836318" y="709864"/>
            <a:ext cx="2519363" cy="2195761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90C9CAF-334F-4565-88EC-FFC28733DCFC}"/>
              </a:ext>
            </a:extLst>
          </p:cNvPr>
          <p:cNvCxnSpPr/>
          <p:nvPr/>
        </p:nvCxnSpPr>
        <p:spPr>
          <a:xfrm>
            <a:off x="1812926" y="5512653"/>
            <a:ext cx="360045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674B6CA-6403-4D55-829E-5B2E7F6B024A}"/>
              </a:ext>
            </a:extLst>
          </p:cNvPr>
          <p:cNvCxnSpPr/>
          <p:nvPr/>
        </p:nvCxnSpPr>
        <p:spPr>
          <a:xfrm>
            <a:off x="5413376" y="5173630"/>
            <a:ext cx="0" cy="367902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214F0D93-F2E0-4D08-AEAD-94EC4E917B1E}"/>
              </a:ext>
            </a:extLst>
          </p:cNvPr>
          <p:cNvSpPr/>
          <p:nvPr/>
        </p:nvSpPr>
        <p:spPr>
          <a:xfrm>
            <a:off x="1806549" y="5144751"/>
            <a:ext cx="3642610" cy="719649"/>
          </a:xfrm>
          <a:custGeom>
            <a:avLst/>
            <a:gdLst>
              <a:gd name="connsiteX0" fmla="*/ 0 w 3642610"/>
              <a:gd name="connsiteY0" fmla="*/ 0 h 719649"/>
              <a:gd name="connsiteX1" fmla="*/ 1499017 w 3642610"/>
              <a:gd name="connsiteY1" fmla="*/ 719528 h 719649"/>
              <a:gd name="connsiteX2" fmla="*/ 3642610 w 3642610"/>
              <a:gd name="connsiteY2" fmla="*/ 44970 h 719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42610" h="719649">
                <a:moveTo>
                  <a:pt x="0" y="0"/>
                </a:moveTo>
                <a:cubicBezTo>
                  <a:pt x="445957" y="356016"/>
                  <a:pt x="891915" y="712033"/>
                  <a:pt x="1499017" y="719528"/>
                </a:cubicBezTo>
                <a:cubicBezTo>
                  <a:pt x="2106119" y="727023"/>
                  <a:pt x="2874364" y="385996"/>
                  <a:pt x="3642610" y="44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8089B8F-D037-4854-AE17-9C0E8C95A73F}"/>
              </a:ext>
            </a:extLst>
          </p:cNvPr>
          <p:cNvSpPr txBox="1"/>
          <p:nvPr/>
        </p:nvSpPr>
        <p:spPr>
          <a:xfrm>
            <a:off x="1494089" y="4881476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CE124FF-EF95-40F8-8BFD-CA77F9CF0B98}"/>
              </a:ext>
            </a:extLst>
          </p:cNvPr>
          <p:cNvSpPr txBox="1"/>
          <p:nvPr/>
        </p:nvSpPr>
        <p:spPr>
          <a:xfrm>
            <a:off x="5078415" y="4865853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18D59-4648-4506-A53D-0A472EB24409}"/>
              </a:ext>
            </a:extLst>
          </p:cNvPr>
          <p:cNvSpPr txBox="1"/>
          <p:nvPr/>
        </p:nvSpPr>
        <p:spPr>
          <a:xfrm>
            <a:off x="2887663" y="5884483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</a:t>
            </a:r>
            <a:r>
              <a:rPr lang="es-MX" dirty="0">
                <a:solidFill>
                  <a:srgbClr val="0070C0"/>
                </a:solidFill>
              </a:rPr>
              <a:t>+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A38A84-4189-4C49-9AF5-B497C99E3B9D}"/>
              </a:ext>
            </a:extLst>
          </p:cNvPr>
          <p:cNvCxnSpPr/>
          <p:nvPr/>
        </p:nvCxnSpPr>
        <p:spPr>
          <a:xfrm>
            <a:off x="9901238" y="1268413"/>
            <a:ext cx="0" cy="3876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3A6D585-4A2C-4086-A68E-2E85AAB2F697}"/>
              </a:ext>
            </a:extLst>
          </p:cNvPr>
          <p:cNvCxnSpPr/>
          <p:nvPr/>
        </p:nvCxnSpPr>
        <p:spPr>
          <a:xfrm flipH="1">
            <a:off x="9492164" y="1268413"/>
            <a:ext cx="40907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D379B2B-3597-4C86-8C47-87AA6C0D4665}"/>
              </a:ext>
            </a:extLst>
          </p:cNvPr>
          <p:cNvCxnSpPr/>
          <p:nvPr/>
        </p:nvCxnSpPr>
        <p:spPr>
          <a:xfrm flipH="1">
            <a:off x="9492164" y="5144751"/>
            <a:ext cx="40907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2FBD0182-0867-4568-8664-B1C6EC206B09}"/>
              </a:ext>
            </a:extLst>
          </p:cNvPr>
          <p:cNvSpPr/>
          <p:nvPr/>
        </p:nvSpPr>
        <p:spPr>
          <a:xfrm>
            <a:off x="9468101" y="1256381"/>
            <a:ext cx="1131017" cy="3874169"/>
          </a:xfrm>
          <a:custGeom>
            <a:avLst/>
            <a:gdLst>
              <a:gd name="connsiteX0" fmla="*/ 0 w 1131017"/>
              <a:gd name="connsiteY0" fmla="*/ 0 h 3874169"/>
              <a:gd name="connsiteX1" fmla="*/ 1130969 w 1131017"/>
              <a:gd name="connsiteY1" fmla="*/ 1913021 h 3874169"/>
              <a:gd name="connsiteX2" fmla="*/ 36095 w 1131017"/>
              <a:gd name="connsiteY2" fmla="*/ 3874169 h 3874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1017" h="3874169">
                <a:moveTo>
                  <a:pt x="0" y="0"/>
                </a:moveTo>
                <a:cubicBezTo>
                  <a:pt x="562476" y="633663"/>
                  <a:pt x="1124953" y="1267326"/>
                  <a:pt x="1130969" y="1913021"/>
                </a:cubicBezTo>
                <a:cubicBezTo>
                  <a:pt x="1136985" y="2558716"/>
                  <a:pt x="586540" y="3216442"/>
                  <a:pt x="36095" y="3874169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2E9BB47-1CCA-4816-A509-FA4AE751D14C}"/>
              </a:ext>
            </a:extLst>
          </p:cNvPr>
          <p:cNvSpPr txBox="1"/>
          <p:nvPr/>
        </p:nvSpPr>
        <p:spPr>
          <a:xfrm>
            <a:off x="8750598" y="1032293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-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D158143-F626-4667-B392-1A5AC1ED85EB}"/>
              </a:ext>
            </a:extLst>
          </p:cNvPr>
          <p:cNvSpPr txBox="1"/>
          <p:nvPr/>
        </p:nvSpPr>
        <p:spPr>
          <a:xfrm>
            <a:off x="8721772" y="4962237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-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4A1E9FC-980C-4E6D-9F46-545D81942174}"/>
              </a:ext>
            </a:extLst>
          </p:cNvPr>
          <p:cNvSpPr txBox="1"/>
          <p:nvPr/>
        </p:nvSpPr>
        <p:spPr>
          <a:xfrm>
            <a:off x="10766094" y="3124399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</a:t>
            </a:r>
            <a:r>
              <a:rPr lang="es-MX" dirty="0">
                <a:solidFill>
                  <a:srgbClr val="FF0000"/>
                </a:solidFill>
              </a:rPr>
              <a:t>+</a:t>
            </a:r>
            <a:endParaRPr lang="es-PE" dirty="0">
              <a:solidFill>
                <a:srgbClr val="FF0000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5BE2AA2-1DE6-450C-B188-AC9671B8AC61}"/>
              </a:ext>
            </a:extLst>
          </p:cNvPr>
          <p:cNvGrpSpPr/>
          <p:nvPr/>
        </p:nvGrpSpPr>
        <p:grpSpPr>
          <a:xfrm>
            <a:off x="1273176" y="5144751"/>
            <a:ext cx="539750" cy="760500"/>
            <a:chOff x="515938" y="5741233"/>
            <a:chExt cx="539750" cy="760500"/>
          </a:xfrm>
        </p:grpSpPr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1A042445-2C38-42C0-BFC6-26EC15F51982}"/>
                </a:ext>
              </a:extLst>
            </p:cNvPr>
            <p:cNvCxnSpPr/>
            <p:nvPr/>
          </p:nvCxnSpPr>
          <p:spPr>
            <a:xfrm>
              <a:off x="1055688" y="5741233"/>
              <a:ext cx="0" cy="367902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F4FBE22-DA44-4CB2-BFE2-857501CEE76B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M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A49197B7-CCDC-4195-BFC4-FF0888CA1ECE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-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7FD8762-4B10-44C8-AF2F-11D9F5CB131B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+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F8C415F-9DBD-4F1B-9C79-9B64305E9D33}"/>
              </a:ext>
            </a:extLst>
          </p:cNvPr>
          <p:cNvGrpSpPr/>
          <p:nvPr/>
        </p:nvGrpSpPr>
        <p:grpSpPr>
          <a:xfrm rot="16200000">
            <a:off x="9723144" y="652852"/>
            <a:ext cx="356188" cy="731621"/>
            <a:chOff x="515938" y="5770112"/>
            <a:chExt cx="356188" cy="731621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9C65B7A-97A3-41B9-B329-B856A854A8D5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M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4BE1260-FE58-44DD-9285-975709E2E28B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-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3465A91-C642-4093-B6DE-0421D004C3B6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+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8D009D8B-535E-4052-AB3B-FAFB7C0A17EA}"/>
              </a:ext>
            </a:extLst>
          </p:cNvPr>
          <p:cNvSpPr/>
          <p:nvPr/>
        </p:nvSpPr>
        <p:spPr>
          <a:xfrm>
            <a:off x="5049459" y="1684370"/>
            <a:ext cx="191281" cy="799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44755B6-46D1-407E-893A-BDE439C42FE4}"/>
              </a:ext>
            </a:extLst>
          </p:cNvPr>
          <p:cNvSpPr/>
          <p:nvPr/>
        </p:nvSpPr>
        <p:spPr>
          <a:xfrm>
            <a:off x="6721084" y="1686455"/>
            <a:ext cx="191281" cy="799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66B1618-B08F-4956-BB48-BDC84F40BDFC}"/>
              </a:ext>
            </a:extLst>
          </p:cNvPr>
          <p:cNvSpPr/>
          <p:nvPr/>
        </p:nvSpPr>
        <p:spPr>
          <a:xfrm rot="16200000">
            <a:off x="5869682" y="1774832"/>
            <a:ext cx="209823" cy="1531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FDCE294-E30C-4FFD-84A4-30DE63DC97D5}"/>
              </a:ext>
            </a:extLst>
          </p:cNvPr>
          <p:cNvSpPr/>
          <p:nvPr/>
        </p:nvSpPr>
        <p:spPr>
          <a:xfrm rot="16200000">
            <a:off x="5924574" y="975125"/>
            <a:ext cx="112676" cy="1531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5139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873747-E919-43C9-B1F6-273628D211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620" t="40344" r="51040" b="53795"/>
          <a:stretch/>
        </p:blipFill>
        <p:spPr>
          <a:xfrm>
            <a:off x="4656138" y="218587"/>
            <a:ext cx="2225653" cy="2195761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90C9CAF-334F-4565-88EC-FFC28733DCFC}"/>
              </a:ext>
            </a:extLst>
          </p:cNvPr>
          <p:cNvCxnSpPr/>
          <p:nvPr/>
        </p:nvCxnSpPr>
        <p:spPr>
          <a:xfrm>
            <a:off x="1812926" y="5512653"/>
            <a:ext cx="360045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674B6CA-6403-4D55-829E-5B2E7F6B024A}"/>
              </a:ext>
            </a:extLst>
          </p:cNvPr>
          <p:cNvCxnSpPr/>
          <p:nvPr/>
        </p:nvCxnSpPr>
        <p:spPr>
          <a:xfrm>
            <a:off x="5413376" y="5173630"/>
            <a:ext cx="0" cy="367902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214F0D93-F2E0-4D08-AEAD-94EC4E917B1E}"/>
              </a:ext>
            </a:extLst>
          </p:cNvPr>
          <p:cNvSpPr/>
          <p:nvPr/>
        </p:nvSpPr>
        <p:spPr>
          <a:xfrm>
            <a:off x="1806549" y="5144751"/>
            <a:ext cx="3642610" cy="719649"/>
          </a:xfrm>
          <a:custGeom>
            <a:avLst/>
            <a:gdLst>
              <a:gd name="connsiteX0" fmla="*/ 0 w 3642610"/>
              <a:gd name="connsiteY0" fmla="*/ 0 h 719649"/>
              <a:gd name="connsiteX1" fmla="*/ 1499017 w 3642610"/>
              <a:gd name="connsiteY1" fmla="*/ 719528 h 719649"/>
              <a:gd name="connsiteX2" fmla="*/ 3642610 w 3642610"/>
              <a:gd name="connsiteY2" fmla="*/ 44970 h 719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42610" h="719649">
                <a:moveTo>
                  <a:pt x="0" y="0"/>
                </a:moveTo>
                <a:cubicBezTo>
                  <a:pt x="445957" y="356016"/>
                  <a:pt x="891915" y="712033"/>
                  <a:pt x="1499017" y="719528"/>
                </a:cubicBezTo>
                <a:cubicBezTo>
                  <a:pt x="2106119" y="727023"/>
                  <a:pt x="2874364" y="385996"/>
                  <a:pt x="3642610" y="4497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8089B8F-D037-4854-AE17-9C0E8C95A73F}"/>
              </a:ext>
            </a:extLst>
          </p:cNvPr>
          <p:cNvSpPr txBox="1"/>
          <p:nvPr/>
        </p:nvSpPr>
        <p:spPr>
          <a:xfrm>
            <a:off x="1494089" y="4881476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CE124FF-EF95-40F8-8BFD-CA77F9CF0B98}"/>
              </a:ext>
            </a:extLst>
          </p:cNvPr>
          <p:cNvSpPr txBox="1"/>
          <p:nvPr/>
        </p:nvSpPr>
        <p:spPr>
          <a:xfrm>
            <a:off x="5078415" y="4865853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18D59-4648-4506-A53D-0A472EB24409}"/>
              </a:ext>
            </a:extLst>
          </p:cNvPr>
          <p:cNvSpPr txBox="1"/>
          <p:nvPr/>
        </p:nvSpPr>
        <p:spPr>
          <a:xfrm>
            <a:off x="2887663" y="5851677"/>
            <a:ext cx="104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+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A38A84-4189-4C49-9AF5-B497C99E3B9D}"/>
              </a:ext>
            </a:extLst>
          </p:cNvPr>
          <p:cNvCxnSpPr/>
          <p:nvPr/>
        </p:nvCxnSpPr>
        <p:spPr>
          <a:xfrm>
            <a:off x="9901238" y="1268413"/>
            <a:ext cx="0" cy="3876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rma libre: forma 14">
            <a:extLst>
              <a:ext uri="{FF2B5EF4-FFF2-40B4-BE49-F238E27FC236}">
                <a16:creationId xmlns:a16="http://schemas.microsoft.com/office/drawing/2014/main" id="{2FBD0182-0867-4568-8664-B1C6EC206B09}"/>
              </a:ext>
            </a:extLst>
          </p:cNvPr>
          <p:cNvSpPr/>
          <p:nvPr/>
        </p:nvSpPr>
        <p:spPr>
          <a:xfrm>
            <a:off x="9863890" y="1256381"/>
            <a:ext cx="1131017" cy="3874169"/>
          </a:xfrm>
          <a:custGeom>
            <a:avLst/>
            <a:gdLst>
              <a:gd name="connsiteX0" fmla="*/ 0 w 1131017"/>
              <a:gd name="connsiteY0" fmla="*/ 0 h 3874169"/>
              <a:gd name="connsiteX1" fmla="*/ 1130969 w 1131017"/>
              <a:gd name="connsiteY1" fmla="*/ 1913021 h 3874169"/>
              <a:gd name="connsiteX2" fmla="*/ 36095 w 1131017"/>
              <a:gd name="connsiteY2" fmla="*/ 3874169 h 3874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1017" h="3874169">
                <a:moveTo>
                  <a:pt x="0" y="0"/>
                </a:moveTo>
                <a:cubicBezTo>
                  <a:pt x="562476" y="633663"/>
                  <a:pt x="1124953" y="1267326"/>
                  <a:pt x="1130969" y="1913021"/>
                </a:cubicBezTo>
                <a:cubicBezTo>
                  <a:pt x="1136985" y="2558716"/>
                  <a:pt x="586540" y="3216442"/>
                  <a:pt x="36095" y="3874169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4A1E9FC-980C-4E6D-9F46-545D81942174}"/>
              </a:ext>
            </a:extLst>
          </p:cNvPr>
          <p:cNvSpPr txBox="1"/>
          <p:nvPr/>
        </p:nvSpPr>
        <p:spPr>
          <a:xfrm>
            <a:off x="11032255" y="2885688"/>
            <a:ext cx="916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+</a:t>
            </a:r>
            <a:endParaRPr lang="es-PE" dirty="0">
              <a:solidFill>
                <a:srgbClr val="FF0000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5BE2AA2-1DE6-450C-B188-AC9671B8AC61}"/>
              </a:ext>
            </a:extLst>
          </p:cNvPr>
          <p:cNvGrpSpPr/>
          <p:nvPr/>
        </p:nvGrpSpPr>
        <p:grpSpPr>
          <a:xfrm>
            <a:off x="1273176" y="5144751"/>
            <a:ext cx="539750" cy="760500"/>
            <a:chOff x="515938" y="5741233"/>
            <a:chExt cx="539750" cy="760500"/>
          </a:xfrm>
        </p:grpSpPr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1A042445-2C38-42C0-BFC6-26EC15F51982}"/>
                </a:ext>
              </a:extLst>
            </p:cNvPr>
            <p:cNvCxnSpPr/>
            <p:nvPr/>
          </p:nvCxnSpPr>
          <p:spPr>
            <a:xfrm>
              <a:off x="1055688" y="5741233"/>
              <a:ext cx="0" cy="367902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F4FBE22-DA44-4CB2-BFE2-857501CEE76B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M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A49197B7-CCDC-4195-BFC4-FF0888CA1ECE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-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7FD8762-4B10-44C8-AF2F-11D9F5CB131B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+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F8C415F-9DBD-4F1B-9C79-9B64305E9D33}"/>
              </a:ext>
            </a:extLst>
          </p:cNvPr>
          <p:cNvGrpSpPr/>
          <p:nvPr/>
        </p:nvGrpSpPr>
        <p:grpSpPr>
          <a:xfrm rot="16200000">
            <a:off x="9723144" y="652852"/>
            <a:ext cx="356188" cy="731621"/>
            <a:chOff x="515938" y="5770112"/>
            <a:chExt cx="356188" cy="731621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9C65B7A-97A3-41B9-B329-B856A854A8D5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M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4BE1260-FE58-44DD-9285-975709E2E28B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-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3465A91-C642-4093-B6DE-0421D004C3B6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+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B3772D1-0565-48AE-AAB9-C6B0B3036AC0}"/>
              </a:ext>
            </a:extLst>
          </p:cNvPr>
          <p:cNvSpPr/>
          <p:nvPr/>
        </p:nvSpPr>
        <p:spPr>
          <a:xfrm>
            <a:off x="4770627" y="1242570"/>
            <a:ext cx="191281" cy="799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4725D42-17DA-44C5-B00F-33E58118BA2A}"/>
              </a:ext>
            </a:extLst>
          </p:cNvPr>
          <p:cNvSpPr/>
          <p:nvPr/>
        </p:nvSpPr>
        <p:spPr>
          <a:xfrm>
            <a:off x="6442252" y="1244655"/>
            <a:ext cx="191281" cy="799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0726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873747-E919-43C9-B1F6-273628D211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9652" t="40344" r="46816" b="53795"/>
          <a:stretch/>
        </p:blipFill>
        <p:spPr>
          <a:xfrm>
            <a:off x="4668532" y="512514"/>
            <a:ext cx="2353954" cy="2195761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90C9CAF-334F-4565-88EC-FFC28733DCFC}"/>
              </a:ext>
            </a:extLst>
          </p:cNvPr>
          <p:cNvCxnSpPr/>
          <p:nvPr/>
        </p:nvCxnSpPr>
        <p:spPr>
          <a:xfrm>
            <a:off x="1422427" y="4496389"/>
            <a:ext cx="360045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88089B8F-D037-4854-AE17-9C0E8C95A73F}"/>
              </a:ext>
            </a:extLst>
          </p:cNvPr>
          <p:cNvSpPr txBox="1"/>
          <p:nvPr/>
        </p:nvSpPr>
        <p:spPr>
          <a:xfrm>
            <a:off x="1103590" y="3865212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18D59-4648-4506-A53D-0A472EB24409}"/>
              </a:ext>
            </a:extLst>
          </p:cNvPr>
          <p:cNvSpPr txBox="1"/>
          <p:nvPr/>
        </p:nvSpPr>
        <p:spPr>
          <a:xfrm>
            <a:off x="3011902" y="4888987"/>
            <a:ext cx="104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+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A38A84-4189-4C49-9AF5-B497C99E3B9D}"/>
              </a:ext>
            </a:extLst>
          </p:cNvPr>
          <p:cNvCxnSpPr/>
          <p:nvPr/>
        </p:nvCxnSpPr>
        <p:spPr>
          <a:xfrm>
            <a:off x="9901238" y="1268413"/>
            <a:ext cx="0" cy="3876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4A1E9FC-980C-4E6D-9F46-545D81942174}"/>
              </a:ext>
            </a:extLst>
          </p:cNvPr>
          <p:cNvSpPr txBox="1"/>
          <p:nvPr/>
        </p:nvSpPr>
        <p:spPr>
          <a:xfrm>
            <a:off x="10775950" y="2760861"/>
            <a:ext cx="916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+</a:t>
            </a:r>
            <a:endParaRPr lang="es-PE" dirty="0">
              <a:solidFill>
                <a:srgbClr val="FF0000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5BE2AA2-1DE6-450C-B188-AC9671B8AC61}"/>
              </a:ext>
            </a:extLst>
          </p:cNvPr>
          <p:cNvGrpSpPr/>
          <p:nvPr/>
        </p:nvGrpSpPr>
        <p:grpSpPr>
          <a:xfrm>
            <a:off x="882677" y="4128487"/>
            <a:ext cx="539750" cy="760500"/>
            <a:chOff x="515938" y="5741233"/>
            <a:chExt cx="539750" cy="760500"/>
          </a:xfrm>
        </p:grpSpPr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1A042445-2C38-42C0-BFC6-26EC15F51982}"/>
                </a:ext>
              </a:extLst>
            </p:cNvPr>
            <p:cNvCxnSpPr/>
            <p:nvPr/>
          </p:nvCxnSpPr>
          <p:spPr>
            <a:xfrm>
              <a:off x="1055688" y="5741233"/>
              <a:ext cx="0" cy="367902"/>
            </a:xfrm>
            <a:prstGeom prst="lin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F4FBE22-DA44-4CB2-BFE2-857501CEE76B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M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A49197B7-CCDC-4195-BFC4-FF0888CA1ECE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-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7FD8762-4B10-44C8-AF2F-11D9F5CB131B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+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F8C415F-9DBD-4F1B-9C79-9B64305E9D33}"/>
              </a:ext>
            </a:extLst>
          </p:cNvPr>
          <p:cNvGrpSpPr/>
          <p:nvPr/>
        </p:nvGrpSpPr>
        <p:grpSpPr>
          <a:xfrm rot="16200000">
            <a:off x="9723144" y="652852"/>
            <a:ext cx="356188" cy="731621"/>
            <a:chOff x="515938" y="5770112"/>
            <a:chExt cx="356188" cy="731621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9C65B7A-97A3-41B9-B329-B856A854A8D5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M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4BE1260-FE58-44DD-9285-975709E2E28B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-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3465A91-C642-4093-B6DE-0421D004C3B6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+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A29A101-49CF-4C46-BC33-D40D3B1B24CC}"/>
              </a:ext>
            </a:extLst>
          </p:cNvPr>
          <p:cNvSpPr/>
          <p:nvPr/>
        </p:nvSpPr>
        <p:spPr>
          <a:xfrm>
            <a:off x="4726150" y="1575800"/>
            <a:ext cx="191281" cy="799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EAC6F34-DDEE-42B5-BA92-0113D71D9A6D}"/>
              </a:ext>
            </a:extLst>
          </p:cNvPr>
          <p:cNvSpPr/>
          <p:nvPr/>
        </p:nvSpPr>
        <p:spPr>
          <a:xfrm rot="16200000">
            <a:off x="5546373" y="1666262"/>
            <a:ext cx="209823" cy="1531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FA3C691E-C597-4BF7-9A34-417B0372F607}"/>
              </a:ext>
            </a:extLst>
          </p:cNvPr>
          <p:cNvSpPr/>
          <p:nvPr/>
        </p:nvSpPr>
        <p:spPr>
          <a:xfrm>
            <a:off x="1419367" y="4121624"/>
            <a:ext cx="3575714" cy="733319"/>
          </a:xfrm>
          <a:custGeom>
            <a:avLst/>
            <a:gdLst>
              <a:gd name="connsiteX0" fmla="*/ 0 w 3575714"/>
              <a:gd name="connsiteY0" fmla="*/ 0 h 733319"/>
              <a:gd name="connsiteX1" fmla="*/ 1842448 w 3575714"/>
              <a:gd name="connsiteY1" fmla="*/ 723331 h 733319"/>
              <a:gd name="connsiteX2" fmla="*/ 3575714 w 3575714"/>
              <a:gd name="connsiteY2" fmla="*/ 354842 h 733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75714" h="733319">
                <a:moveTo>
                  <a:pt x="0" y="0"/>
                </a:moveTo>
                <a:cubicBezTo>
                  <a:pt x="623248" y="332095"/>
                  <a:pt x="1246496" y="664191"/>
                  <a:pt x="1842448" y="723331"/>
                </a:cubicBezTo>
                <a:cubicBezTo>
                  <a:pt x="2438400" y="782471"/>
                  <a:pt x="3007057" y="568656"/>
                  <a:pt x="3575714" y="35484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9D1E947-227A-4D67-A716-A86520CA1127}"/>
              </a:ext>
            </a:extLst>
          </p:cNvPr>
          <p:cNvCxnSpPr/>
          <p:nvPr/>
        </p:nvCxnSpPr>
        <p:spPr>
          <a:xfrm flipH="1">
            <a:off x="9336088" y="5144751"/>
            <a:ext cx="55256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6CBCCC02-15B4-4EC0-9729-48E56319E9C8}"/>
              </a:ext>
            </a:extLst>
          </p:cNvPr>
          <p:cNvSpPr/>
          <p:nvPr/>
        </p:nvSpPr>
        <p:spPr>
          <a:xfrm>
            <a:off x="9348716" y="1282890"/>
            <a:ext cx="1255979" cy="3848668"/>
          </a:xfrm>
          <a:custGeom>
            <a:avLst/>
            <a:gdLst>
              <a:gd name="connsiteX0" fmla="*/ 0 w 1255979"/>
              <a:gd name="connsiteY0" fmla="*/ 3848668 h 3848668"/>
              <a:gd name="connsiteX1" fmla="*/ 1241947 w 1255979"/>
              <a:gd name="connsiteY1" fmla="*/ 1665026 h 3848668"/>
              <a:gd name="connsiteX2" fmla="*/ 559559 w 1255979"/>
              <a:gd name="connsiteY2" fmla="*/ 0 h 3848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55979" h="3848668">
                <a:moveTo>
                  <a:pt x="0" y="3848668"/>
                </a:moveTo>
                <a:cubicBezTo>
                  <a:pt x="574343" y="3077569"/>
                  <a:pt x="1148687" y="2306471"/>
                  <a:pt x="1241947" y="1665026"/>
                </a:cubicBezTo>
                <a:cubicBezTo>
                  <a:pt x="1335207" y="1023581"/>
                  <a:pt x="947383" y="511790"/>
                  <a:pt x="559559" y="0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8B7AF21-6603-4702-9B64-B2A0873C00C5}"/>
              </a:ext>
            </a:extLst>
          </p:cNvPr>
          <p:cNvSpPr txBox="1"/>
          <p:nvPr/>
        </p:nvSpPr>
        <p:spPr>
          <a:xfrm>
            <a:off x="8649601" y="5130639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-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417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873747-E919-43C9-B1F6-273628D211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561" t="40344" r="43225" b="53795"/>
          <a:stretch/>
        </p:blipFill>
        <p:spPr>
          <a:xfrm>
            <a:off x="4669611" y="565100"/>
            <a:ext cx="2142121" cy="2195761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90C9CAF-334F-4565-88EC-FFC28733DCFC}"/>
              </a:ext>
            </a:extLst>
          </p:cNvPr>
          <p:cNvCxnSpPr/>
          <p:nvPr/>
        </p:nvCxnSpPr>
        <p:spPr>
          <a:xfrm>
            <a:off x="1422427" y="4496389"/>
            <a:ext cx="360045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18D59-4648-4506-A53D-0A472EB24409}"/>
              </a:ext>
            </a:extLst>
          </p:cNvPr>
          <p:cNvSpPr txBox="1"/>
          <p:nvPr/>
        </p:nvSpPr>
        <p:spPr>
          <a:xfrm>
            <a:off x="3011902" y="4888987"/>
            <a:ext cx="104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+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A38A84-4189-4C49-9AF5-B497C99E3B9D}"/>
              </a:ext>
            </a:extLst>
          </p:cNvPr>
          <p:cNvCxnSpPr/>
          <p:nvPr/>
        </p:nvCxnSpPr>
        <p:spPr>
          <a:xfrm>
            <a:off x="9901238" y="1268413"/>
            <a:ext cx="0" cy="3876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4A1E9FC-980C-4E6D-9F46-545D81942174}"/>
              </a:ext>
            </a:extLst>
          </p:cNvPr>
          <p:cNvSpPr txBox="1"/>
          <p:nvPr/>
        </p:nvSpPr>
        <p:spPr>
          <a:xfrm>
            <a:off x="10775950" y="2760861"/>
            <a:ext cx="916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+</a:t>
            </a:r>
            <a:endParaRPr lang="es-PE" dirty="0">
              <a:solidFill>
                <a:srgbClr val="FF0000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5BE2AA2-1DE6-450C-B188-AC9671B8AC61}"/>
              </a:ext>
            </a:extLst>
          </p:cNvPr>
          <p:cNvGrpSpPr/>
          <p:nvPr/>
        </p:nvGrpSpPr>
        <p:grpSpPr>
          <a:xfrm>
            <a:off x="556381" y="4178604"/>
            <a:ext cx="356188" cy="731621"/>
            <a:chOff x="515938" y="5770112"/>
            <a:chExt cx="356188" cy="731621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F4FBE22-DA44-4CB2-BFE2-857501CEE76B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M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A49197B7-CCDC-4195-BFC4-FF0888CA1ECE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-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7FD8762-4B10-44C8-AF2F-11D9F5CB131B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+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F8C415F-9DBD-4F1B-9C79-9B64305E9D33}"/>
              </a:ext>
            </a:extLst>
          </p:cNvPr>
          <p:cNvGrpSpPr/>
          <p:nvPr/>
        </p:nvGrpSpPr>
        <p:grpSpPr>
          <a:xfrm rot="16200000">
            <a:off x="9723144" y="652852"/>
            <a:ext cx="356188" cy="731621"/>
            <a:chOff x="515938" y="5770112"/>
            <a:chExt cx="356188" cy="731621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9C65B7A-97A3-41B9-B329-B856A854A8D5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M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4BE1260-FE58-44DD-9285-975709E2E28B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-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3465A91-C642-4093-B6DE-0421D004C3B6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+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9" name="Rectángulo 28">
            <a:extLst>
              <a:ext uri="{FF2B5EF4-FFF2-40B4-BE49-F238E27FC236}">
                <a16:creationId xmlns:a16="http://schemas.microsoft.com/office/drawing/2014/main" id="{DEAC6F34-DDEE-42B5-BA92-0113D71D9A6D}"/>
              </a:ext>
            </a:extLst>
          </p:cNvPr>
          <p:cNvSpPr/>
          <p:nvPr/>
        </p:nvSpPr>
        <p:spPr>
          <a:xfrm rot="16200000">
            <a:off x="5546373" y="1666262"/>
            <a:ext cx="209823" cy="1531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9D1E947-227A-4D67-A716-A86520CA1127}"/>
              </a:ext>
            </a:extLst>
          </p:cNvPr>
          <p:cNvCxnSpPr/>
          <p:nvPr/>
        </p:nvCxnSpPr>
        <p:spPr>
          <a:xfrm flipH="1">
            <a:off x="9336088" y="5144751"/>
            <a:ext cx="55256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98B7AF21-6603-4702-9B64-B2A0873C00C5}"/>
              </a:ext>
            </a:extLst>
          </p:cNvPr>
          <p:cNvSpPr txBox="1"/>
          <p:nvPr/>
        </p:nvSpPr>
        <p:spPr>
          <a:xfrm>
            <a:off x="8649601" y="5130639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-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665A1F2-3C9F-4788-ADA7-1311A088C1C3}"/>
              </a:ext>
            </a:extLst>
          </p:cNvPr>
          <p:cNvSpPr/>
          <p:nvPr/>
        </p:nvSpPr>
        <p:spPr>
          <a:xfrm rot="16200000">
            <a:off x="5546374" y="792485"/>
            <a:ext cx="209823" cy="15311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D54D584E-F2E1-498D-ADDD-89830FBBF796}"/>
              </a:ext>
            </a:extLst>
          </p:cNvPr>
          <p:cNvSpPr/>
          <p:nvPr/>
        </p:nvSpPr>
        <p:spPr>
          <a:xfrm>
            <a:off x="1392072" y="4490113"/>
            <a:ext cx="3630304" cy="409433"/>
          </a:xfrm>
          <a:custGeom>
            <a:avLst/>
            <a:gdLst>
              <a:gd name="connsiteX0" fmla="*/ 0 w 3630304"/>
              <a:gd name="connsiteY0" fmla="*/ 0 h 409433"/>
              <a:gd name="connsiteX1" fmla="*/ 1883391 w 3630304"/>
              <a:gd name="connsiteY1" fmla="*/ 409433 h 409433"/>
              <a:gd name="connsiteX2" fmla="*/ 3630304 w 3630304"/>
              <a:gd name="connsiteY2" fmla="*/ 0 h 409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30304" h="409433">
                <a:moveTo>
                  <a:pt x="0" y="0"/>
                </a:moveTo>
                <a:cubicBezTo>
                  <a:pt x="639170" y="204716"/>
                  <a:pt x="1278340" y="409433"/>
                  <a:pt x="1883391" y="409433"/>
                </a:cubicBezTo>
                <a:cubicBezTo>
                  <a:pt x="2488442" y="409433"/>
                  <a:pt x="3059373" y="204716"/>
                  <a:pt x="3630304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89CC2739-885E-4ECD-AB51-BCD46D9E3335}"/>
              </a:ext>
            </a:extLst>
          </p:cNvPr>
          <p:cNvCxnSpPr/>
          <p:nvPr/>
        </p:nvCxnSpPr>
        <p:spPr>
          <a:xfrm flipH="1">
            <a:off x="9362318" y="1270232"/>
            <a:ext cx="55256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C46DE499-927D-4196-ACD6-46C69F9C354A}"/>
              </a:ext>
            </a:extLst>
          </p:cNvPr>
          <p:cNvSpPr/>
          <p:nvPr/>
        </p:nvSpPr>
        <p:spPr>
          <a:xfrm>
            <a:off x="9335069" y="1255594"/>
            <a:ext cx="1132826" cy="3875964"/>
          </a:xfrm>
          <a:custGeom>
            <a:avLst/>
            <a:gdLst>
              <a:gd name="connsiteX0" fmla="*/ 0 w 1132826"/>
              <a:gd name="connsiteY0" fmla="*/ 3875964 h 3875964"/>
              <a:gd name="connsiteX1" fmla="*/ 1132764 w 1132826"/>
              <a:gd name="connsiteY1" fmla="*/ 1897039 h 3875964"/>
              <a:gd name="connsiteX2" fmla="*/ 40943 w 1132826"/>
              <a:gd name="connsiteY2" fmla="*/ 0 h 3875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2826" h="3875964">
                <a:moveTo>
                  <a:pt x="0" y="3875964"/>
                </a:moveTo>
                <a:cubicBezTo>
                  <a:pt x="562970" y="3209498"/>
                  <a:pt x="1125940" y="2543033"/>
                  <a:pt x="1132764" y="1897039"/>
                </a:cubicBezTo>
                <a:cubicBezTo>
                  <a:pt x="1139588" y="1251045"/>
                  <a:pt x="590265" y="625522"/>
                  <a:pt x="40943" y="0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9F00E35-DA89-4E16-8B77-092476E3AF39}"/>
              </a:ext>
            </a:extLst>
          </p:cNvPr>
          <p:cNvSpPr txBox="1"/>
          <p:nvPr/>
        </p:nvSpPr>
        <p:spPr>
          <a:xfrm>
            <a:off x="8762043" y="969052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-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343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873747-E919-43C9-B1F6-273628D211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310" t="40344" r="35232" b="53795"/>
          <a:stretch/>
        </p:blipFill>
        <p:spPr>
          <a:xfrm>
            <a:off x="4511314" y="460187"/>
            <a:ext cx="2305411" cy="2195761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90C9CAF-334F-4565-88EC-FFC28733DCFC}"/>
              </a:ext>
            </a:extLst>
          </p:cNvPr>
          <p:cNvCxnSpPr/>
          <p:nvPr/>
        </p:nvCxnSpPr>
        <p:spPr>
          <a:xfrm>
            <a:off x="1422427" y="4496389"/>
            <a:ext cx="360045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18D59-4648-4506-A53D-0A472EB24409}"/>
              </a:ext>
            </a:extLst>
          </p:cNvPr>
          <p:cNvSpPr txBox="1"/>
          <p:nvPr/>
        </p:nvSpPr>
        <p:spPr>
          <a:xfrm>
            <a:off x="3011902" y="4888987"/>
            <a:ext cx="104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+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A38A84-4189-4C49-9AF5-B497C99E3B9D}"/>
              </a:ext>
            </a:extLst>
          </p:cNvPr>
          <p:cNvCxnSpPr/>
          <p:nvPr/>
        </p:nvCxnSpPr>
        <p:spPr>
          <a:xfrm>
            <a:off x="9901238" y="1268413"/>
            <a:ext cx="0" cy="3876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4A1E9FC-980C-4E6D-9F46-545D81942174}"/>
              </a:ext>
            </a:extLst>
          </p:cNvPr>
          <p:cNvSpPr txBox="1"/>
          <p:nvPr/>
        </p:nvSpPr>
        <p:spPr>
          <a:xfrm>
            <a:off x="10775950" y="2760861"/>
            <a:ext cx="916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+</a:t>
            </a:r>
            <a:endParaRPr lang="es-PE" dirty="0">
              <a:solidFill>
                <a:srgbClr val="FF0000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5BE2AA2-1DE6-450C-B188-AC9671B8AC61}"/>
              </a:ext>
            </a:extLst>
          </p:cNvPr>
          <p:cNvGrpSpPr/>
          <p:nvPr/>
        </p:nvGrpSpPr>
        <p:grpSpPr>
          <a:xfrm>
            <a:off x="556381" y="4178604"/>
            <a:ext cx="356188" cy="731621"/>
            <a:chOff x="515938" y="5770112"/>
            <a:chExt cx="356188" cy="731621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F4FBE22-DA44-4CB2-BFE2-857501CEE76B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M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A49197B7-CCDC-4195-BFC4-FF0888CA1ECE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-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7FD8762-4B10-44C8-AF2F-11D9F5CB131B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+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F8C415F-9DBD-4F1B-9C79-9B64305E9D33}"/>
              </a:ext>
            </a:extLst>
          </p:cNvPr>
          <p:cNvGrpSpPr/>
          <p:nvPr/>
        </p:nvGrpSpPr>
        <p:grpSpPr>
          <a:xfrm rot="16200000">
            <a:off x="9723144" y="652852"/>
            <a:ext cx="356188" cy="731621"/>
            <a:chOff x="515938" y="5770112"/>
            <a:chExt cx="356188" cy="731621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9C65B7A-97A3-41B9-B329-B856A854A8D5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M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4BE1260-FE58-44DD-9285-975709E2E28B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-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3465A91-C642-4093-B6DE-0421D004C3B6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+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665A1F2-3C9F-4788-ADA7-1311A088C1C3}"/>
              </a:ext>
            </a:extLst>
          </p:cNvPr>
          <p:cNvSpPr/>
          <p:nvPr/>
        </p:nvSpPr>
        <p:spPr>
          <a:xfrm rot="10800000">
            <a:off x="6370344" y="1499807"/>
            <a:ext cx="172038" cy="849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A6118C9-7647-4B30-899D-E95A538405CF}"/>
              </a:ext>
            </a:extLst>
          </p:cNvPr>
          <p:cNvCxnSpPr/>
          <p:nvPr/>
        </p:nvCxnSpPr>
        <p:spPr>
          <a:xfrm>
            <a:off x="5022877" y="3889612"/>
            <a:ext cx="0" cy="606777"/>
          </a:xfrm>
          <a:prstGeom prst="straightConnector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5FAF92C7-49A3-4CC4-B18E-A1056DDD344B}"/>
              </a:ext>
            </a:extLst>
          </p:cNvPr>
          <p:cNvSpPr/>
          <p:nvPr/>
        </p:nvSpPr>
        <p:spPr>
          <a:xfrm>
            <a:off x="1433015" y="3848669"/>
            <a:ext cx="3589361" cy="1023191"/>
          </a:xfrm>
          <a:custGeom>
            <a:avLst/>
            <a:gdLst>
              <a:gd name="connsiteX0" fmla="*/ 0 w 3589361"/>
              <a:gd name="connsiteY0" fmla="*/ 641444 h 1023191"/>
              <a:gd name="connsiteX1" fmla="*/ 1883391 w 3589361"/>
              <a:gd name="connsiteY1" fmla="*/ 996286 h 1023191"/>
              <a:gd name="connsiteX2" fmla="*/ 3589361 w 3589361"/>
              <a:gd name="connsiteY2" fmla="*/ 0 h 1023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361" h="1023191">
                <a:moveTo>
                  <a:pt x="0" y="641444"/>
                </a:moveTo>
                <a:cubicBezTo>
                  <a:pt x="642582" y="872318"/>
                  <a:pt x="1285164" y="1103193"/>
                  <a:pt x="1883391" y="996286"/>
                </a:cubicBezTo>
                <a:cubicBezTo>
                  <a:pt x="2481618" y="889379"/>
                  <a:pt x="3035489" y="444689"/>
                  <a:pt x="3589361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EE960D7-EB18-497A-B38C-D03FC38C32D0}"/>
              </a:ext>
            </a:extLst>
          </p:cNvPr>
          <p:cNvSpPr txBox="1"/>
          <p:nvPr/>
        </p:nvSpPr>
        <p:spPr>
          <a:xfrm>
            <a:off x="4736787" y="3385335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DE09BF11-7019-49A8-B90A-094D5D6C99F3}"/>
              </a:ext>
            </a:extLst>
          </p:cNvPr>
          <p:cNvSpPr/>
          <p:nvPr/>
        </p:nvSpPr>
        <p:spPr>
          <a:xfrm>
            <a:off x="9867331" y="1282890"/>
            <a:ext cx="791570" cy="3848668"/>
          </a:xfrm>
          <a:custGeom>
            <a:avLst/>
            <a:gdLst>
              <a:gd name="connsiteX0" fmla="*/ 0 w 791570"/>
              <a:gd name="connsiteY0" fmla="*/ 0 h 3848668"/>
              <a:gd name="connsiteX1" fmla="*/ 791570 w 791570"/>
              <a:gd name="connsiteY1" fmla="*/ 1815152 h 3848668"/>
              <a:gd name="connsiteX2" fmla="*/ 0 w 791570"/>
              <a:gd name="connsiteY2" fmla="*/ 3848668 h 3848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1570" h="3848668">
                <a:moveTo>
                  <a:pt x="0" y="0"/>
                </a:moveTo>
                <a:cubicBezTo>
                  <a:pt x="395785" y="586853"/>
                  <a:pt x="791570" y="1173707"/>
                  <a:pt x="791570" y="1815152"/>
                </a:cubicBezTo>
                <a:cubicBezTo>
                  <a:pt x="791570" y="2456597"/>
                  <a:pt x="395785" y="3152632"/>
                  <a:pt x="0" y="3848668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08364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873747-E919-43C9-B1F6-273628D211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027" t="40344" r="31329" b="53795"/>
          <a:stretch/>
        </p:blipFill>
        <p:spPr>
          <a:xfrm>
            <a:off x="4345504" y="529076"/>
            <a:ext cx="2429607" cy="2195761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90C9CAF-334F-4565-88EC-FFC28733DCFC}"/>
              </a:ext>
            </a:extLst>
          </p:cNvPr>
          <p:cNvCxnSpPr/>
          <p:nvPr/>
        </p:nvCxnSpPr>
        <p:spPr>
          <a:xfrm>
            <a:off x="1422427" y="4496389"/>
            <a:ext cx="360045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18D59-4648-4506-A53D-0A472EB24409}"/>
              </a:ext>
            </a:extLst>
          </p:cNvPr>
          <p:cNvSpPr txBox="1"/>
          <p:nvPr/>
        </p:nvSpPr>
        <p:spPr>
          <a:xfrm>
            <a:off x="3011902" y="4888987"/>
            <a:ext cx="104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+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A38A84-4189-4C49-9AF5-B497C99E3B9D}"/>
              </a:ext>
            </a:extLst>
          </p:cNvPr>
          <p:cNvCxnSpPr/>
          <p:nvPr/>
        </p:nvCxnSpPr>
        <p:spPr>
          <a:xfrm>
            <a:off x="9901238" y="1268413"/>
            <a:ext cx="0" cy="3876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4A1E9FC-980C-4E6D-9F46-545D81942174}"/>
              </a:ext>
            </a:extLst>
          </p:cNvPr>
          <p:cNvSpPr txBox="1"/>
          <p:nvPr/>
        </p:nvSpPr>
        <p:spPr>
          <a:xfrm>
            <a:off x="10775950" y="2760861"/>
            <a:ext cx="916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+</a:t>
            </a:r>
            <a:endParaRPr lang="es-PE" dirty="0">
              <a:solidFill>
                <a:srgbClr val="FF0000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5BE2AA2-1DE6-450C-B188-AC9671B8AC61}"/>
              </a:ext>
            </a:extLst>
          </p:cNvPr>
          <p:cNvGrpSpPr/>
          <p:nvPr/>
        </p:nvGrpSpPr>
        <p:grpSpPr>
          <a:xfrm>
            <a:off x="556381" y="4178604"/>
            <a:ext cx="356188" cy="731621"/>
            <a:chOff x="515938" y="5770112"/>
            <a:chExt cx="356188" cy="731621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F4FBE22-DA44-4CB2-BFE2-857501CEE76B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M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A49197B7-CCDC-4195-BFC4-FF0888CA1ECE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-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7FD8762-4B10-44C8-AF2F-11D9F5CB131B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+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F8C415F-9DBD-4F1B-9C79-9B64305E9D33}"/>
              </a:ext>
            </a:extLst>
          </p:cNvPr>
          <p:cNvGrpSpPr/>
          <p:nvPr/>
        </p:nvGrpSpPr>
        <p:grpSpPr>
          <a:xfrm rot="16200000">
            <a:off x="9723144" y="652852"/>
            <a:ext cx="356188" cy="731621"/>
            <a:chOff x="515938" y="5770112"/>
            <a:chExt cx="356188" cy="731621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9C65B7A-97A3-41B9-B329-B856A854A8D5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M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4BE1260-FE58-44DD-9285-975709E2E28B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-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3465A91-C642-4093-B6DE-0421D004C3B6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+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665A1F2-3C9F-4788-ADA7-1311A088C1C3}"/>
              </a:ext>
            </a:extLst>
          </p:cNvPr>
          <p:cNvSpPr/>
          <p:nvPr/>
        </p:nvSpPr>
        <p:spPr>
          <a:xfrm rot="10800000">
            <a:off x="6370344" y="1499807"/>
            <a:ext cx="172038" cy="849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4A6118C9-7647-4B30-899D-E95A538405CF}"/>
              </a:ext>
            </a:extLst>
          </p:cNvPr>
          <p:cNvCxnSpPr/>
          <p:nvPr/>
        </p:nvCxnSpPr>
        <p:spPr>
          <a:xfrm>
            <a:off x="5022877" y="3889612"/>
            <a:ext cx="0" cy="606777"/>
          </a:xfrm>
          <a:prstGeom prst="straightConnector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EE960D7-EB18-497A-B38C-D03FC38C32D0}"/>
              </a:ext>
            </a:extLst>
          </p:cNvPr>
          <p:cNvSpPr txBox="1"/>
          <p:nvPr/>
        </p:nvSpPr>
        <p:spPr>
          <a:xfrm>
            <a:off x="4736787" y="3385335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4B3DE5C-FD14-4ADE-9170-8DB18FB3108E}"/>
              </a:ext>
            </a:extLst>
          </p:cNvPr>
          <p:cNvSpPr/>
          <p:nvPr/>
        </p:nvSpPr>
        <p:spPr>
          <a:xfrm rot="10800000">
            <a:off x="4635243" y="1458861"/>
            <a:ext cx="172038" cy="849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4D341B1-7034-4F81-A88D-50E029BD0F1F}"/>
              </a:ext>
            </a:extLst>
          </p:cNvPr>
          <p:cNvSpPr/>
          <p:nvPr/>
        </p:nvSpPr>
        <p:spPr>
          <a:xfrm rot="16200000">
            <a:off x="5514922" y="1649632"/>
            <a:ext cx="155556" cy="1555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4F506E32-FD31-42AB-9FE2-391976331B98}"/>
              </a:ext>
            </a:extLst>
          </p:cNvPr>
          <p:cNvCxnSpPr/>
          <p:nvPr/>
        </p:nvCxnSpPr>
        <p:spPr>
          <a:xfrm>
            <a:off x="1438850" y="3889612"/>
            <a:ext cx="0" cy="606777"/>
          </a:xfrm>
          <a:prstGeom prst="straightConnector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F950E6AA-2945-40C9-BB56-E1BB273A9E12}"/>
              </a:ext>
            </a:extLst>
          </p:cNvPr>
          <p:cNvSpPr/>
          <p:nvPr/>
        </p:nvSpPr>
        <p:spPr>
          <a:xfrm>
            <a:off x="1446663" y="3875964"/>
            <a:ext cx="3562065" cy="1064555"/>
          </a:xfrm>
          <a:custGeom>
            <a:avLst/>
            <a:gdLst>
              <a:gd name="connsiteX0" fmla="*/ 0 w 3562065"/>
              <a:gd name="connsiteY0" fmla="*/ 0 h 1064555"/>
              <a:gd name="connsiteX1" fmla="*/ 1555844 w 3562065"/>
              <a:gd name="connsiteY1" fmla="*/ 1064526 h 1064555"/>
              <a:gd name="connsiteX2" fmla="*/ 3562065 w 3562065"/>
              <a:gd name="connsiteY2" fmla="*/ 27296 h 1064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62065" h="1064555">
                <a:moveTo>
                  <a:pt x="0" y="0"/>
                </a:moveTo>
                <a:cubicBezTo>
                  <a:pt x="481083" y="529988"/>
                  <a:pt x="962167" y="1059977"/>
                  <a:pt x="1555844" y="1064526"/>
                </a:cubicBezTo>
                <a:cubicBezTo>
                  <a:pt x="2149521" y="1069075"/>
                  <a:pt x="2855793" y="548185"/>
                  <a:pt x="3562065" y="2729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689FA535-FDB4-4A1F-85E9-0150DD83E921}"/>
              </a:ext>
            </a:extLst>
          </p:cNvPr>
          <p:cNvSpPr txBox="1"/>
          <p:nvPr/>
        </p:nvSpPr>
        <p:spPr>
          <a:xfrm>
            <a:off x="984269" y="3497015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E3BDBE51-EF2F-4F3A-9229-ACB34A058D2C}"/>
              </a:ext>
            </a:extLst>
          </p:cNvPr>
          <p:cNvCxnSpPr/>
          <p:nvPr/>
        </p:nvCxnSpPr>
        <p:spPr>
          <a:xfrm flipH="1">
            <a:off x="9336088" y="5144751"/>
            <a:ext cx="56515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29725C15-6278-4650-88A6-A4C47A087EAB}"/>
              </a:ext>
            </a:extLst>
          </p:cNvPr>
          <p:cNvSpPr/>
          <p:nvPr/>
        </p:nvSpPr>
        <p:spPr>
          <a:xfrm>
            <a:off x="9321421" y="1282890"/>
            <a:ext cx="1324007" cy="3889611"/>
          </a:xfrm>
          <a:custGeom>
            <a:avLst/>
            <a:gdLst>
              <a:gd name="connsiteX0" fmla="*/ 0 w 1324007"/>
              <a:gd name="connsiteY0" fmla="*/ 3889611 h 3889611"/>
              <a:gd name="connsiteX1" fmla="*/ 1310185 w 1324007"/>
              <a:gd name="connsiteY1" fmla="*/ 1705970 h 3889611"/>
              <a:gd name="connsiteX2" fmla="*/ 573206 w 1324007"/>
              <a:gd name="connsiteY2" fmla="*/ 0 h 3889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24007" h="3889611">
                <a:moveTo>
                  <a:pt x="0" y="3889611"/>
                </a:moveTo>
                <a:cubicBezTo>
                  <a:pt x="607325" y="3121924"/>
                  <a:pt x="1214651" y="2354238"/>
                  <a:pt x="1310185" y="1705970"/>
                </a:cubicBezTo>
                <a:cubicBezTo>
                  <a:pt x="1405719" y="1057701"/>
                  <a:pt x="989462" y="528850"/>
                  <a:pt x="573206" y="0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9295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873747-E919-43C9-B1F6-273628D211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337" t="40344" r="27488" b="53795"/>
          <a:stretch/>
        </p:blipFill>
        <p:spPr>
          <a:xfrm>
            <a:off x="4595057" y="483244"/>
            <a:ext cx="2116836" cy="2195761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90C9CAF-334F-4565-88EC-FFC28733DCFC}"/>
              </a:ext>
            </a:extLst>
          </p:cNvPr>
          <p:cNvCxnSpPr/>
          <p:nvPr/>
        </p:nvCxnSpPr>
        <p:spPr>
          <a:xfrm>
            <a:off x="1422427" y="4496389"/>
            <a:ext cx="360045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18D59-4648-4506-A53D-0A472EB24409}"/>
              </a:ext>
            </a:extLst>
          </p:cNvPr>
          <p:cNvSpPr txBox="1"/>
          <p:nvPr/>
        </p:nvSpPr>
        <p:spPr>
          <a:xfrm>
            <a:off x="2855913" y="5229225"/>
            <a:ext cx="104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+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A38A84-4189-4C49-9AF5-B497C99E3B9D}"/>
              </a:ext>
            </a:extLst>
          </p:cNvPr>
          <p:cNvCxnSpPr/>
          <p:nvPr/>
        </p:nvCxnSpPr>
        <p:spPr>
          <a:xfrm>
            <a:off x="9901238" y="1268413"/>
            <a:ext cx="0" cy="3876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4A1E9FC-980C-4E6D-9F46-545D81942174}"/>
              </a:ext>
            </a:extLst>
          </p:cNvPr>
          <p:cNvSpPr txBox="1"/>
          <p:nvPr/>
        </p:nvSpPr>
        <p:spPr>
          <a:xfrm>
            <a:off x="10775950" y="2760861"/>
            <a:ext cx="916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+</a:t>
            </a:r>
            <a:endParaRPr lang="es-PE" dirty="0">
              <a:solidFill>
                <a:srgbClr val="FF0000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5BE2AA2-1DE6-450C-B188-AC9671B8AC61}"/>
              </a:ext>
            </a:extLst>
          </p:cNvPr>
          <p:cNvGrpSpPr/>
          <p:nvPr/>
        </p:nvGrpSpPr>
        <p:grpSpPr>
          <a:xfrm>
            <a:off x="556381" y="4178604"/>
            <a:ext cx="356188" cy="731621"/>
            <a:chOff x="515938" y="5770112"/>
            <a:chExt cx="356188" cy="731621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F4FBE22-DA44-4CB2-BFE2-857501CEE76B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M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A49197B7-CCDC-4195-BFC4-FF0888CA1ECE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-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7FD8762-4B10-44C8-AF2F-11D9F5CB131B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+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F8C415F-9DBD-4F1B-9C79-9B64305E9D33}"/>
              </a:ext>
            </a:extLst>
          </p:cNvPr>
          <p:cNvGrpSpPr/>
          <p:nvPr/>
        </p:nvGrpSpPr>
        <p:grpSpPr>
          <a:xfrm rot="16200000">
            <a:off x="9723144" y="652852"/>
            <a:ext cx="356188" cy="731621"/>
            <a:chOff x="515938" y="5770112"/>
            <a:chExt cx="356188" cy="731621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9C65B7A-97A3-41B9-B329-B856A854A8D5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M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4BE1260-FE58-44DD-9285-975709E2E28B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-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3465A91-C642-4093-B6DE-0421D004C3B6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+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85A9582-141E-4F03-B87B-A7BB6D2F9532}"/>
              </a:ext>
            </a:extLst>
          </p:cNvPr>
          <p:cNvSpPr/>
          <p:nvPr/>
        </p:nvSpPr>
        <p:spPr>
          <a:xfrm rot="10800000">
            <a:off x="4724636" y="1479701"/>
            <a:ext cx="172038" cy="849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F2C6709-076E-48E9-A64A-29A80E593489}"/>
              </a:ext>
            </a:extLst>
          </p:cNvPr>
          <p:cNvSpPr/>
          <p:nvPr/>
        </p:nvSpPr>
        <p:spPr>
          <a:xfrm rot="16200000">
            <a:off x="5562060" y="1648307"/>
            <a:ext cx="182830" cy="14337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5FC4D4C0-C8E7-4463-9AEC-311CAF93BE94}"/>
              </a:ext>
            </a:extLst>
          </p:cNvPr>
          <p:cNvCxnSpPr/>
          <p:nvPr/>
        </p:nvCxnSpPr>
        <p:spPr>
          <a:xfrm>
            <a:off x="1422427" y="3875215"/>
            <a:ext cx="0" cy="606777"/>
          </a:xfrm>
          <a:prstGeom prst="straightConnector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8BBB0A5-C2DF-4822-A8ED-9DA79DBB34C8}"/>
              </a:ext>
            </a:extLst>
          </p:cNvPr>
          <p:cNvSpPr txBox="1"/>
          <p:nvPr/>
        </p:nvSpPr>
        <p:spPr>
          <a:xfrm>
            <a:off x="1055688" y="3493108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F95CE37-7266-44E5-A625-4AC1ACB3C3F5}"/>
              </a:ext>
            </a:extLst>
          </p:cNvPr>
          <p:cNvCxnSpPr/>
          <p:nvPr/>
        </p:nvCxnSpPr>
        <p:spPr>
          <a:xfrm flipH="1">
            <a:off x="9075761" y="5144751"/>
            <a:ext cx="79822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485D623-A1FA-4E3C-BDED-3C034BB17636}"/>
              </a:ext>
            </a:extLst>
          </p:cNvPr>
          <p:cNvSpPr/>
          <p:nvPr/>
        </p:nvSpPr>
        <p:spPr>
          <a:xfrm rot="16200000">
            <a:off x="5524951" y="753614"/>
            <a:ext cx="182830" cy="14337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68CACF4B-8200-4B91-9AD0-0075C557F522}"/>
              </a:ext>
            </a:extLst>
          </p:cNvPr>
          <p:cNvSpPr/>
          <p:nvPr/>
        </p:nvSpPr>
        <p:spPr>
          <a:xfrm>
            <a:off x="1392072" y="3862316"/>
            <a:ext cx="3589361" cy="1220316"/>
          </a:xfrm>
          <a:custGeom>
            <a:avLst/>
            <a:gdLst>
              <a:gd name="connsiteX0" fmla="*/ 0 w 3589361"/>
              <a:gd name="connsiteY0" fmla="*/ 0 h 1220316"/>
              <a:gd name="connsiteX1" fmla="*/ 1869743 w 3589361"/>
              <a:gd name="connsiteY1" fmla="*/ 1201003 h 1220316"/>
              <a:gd name="connsiteX2" fmla="*/ 3589361 w 3589361"/>
              <a:gd name="connsiteY2" fmla="*/ 627797 h 122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361" h="1220316">
                <a:moveTo>
                  <a:pt x="0" y="0"/>
                </a:moveTo>
                <a:cubicBezTo>
                  <a:pt x="635758" y="548185"/>
                  <a:pt x="1271516" y="1096370"/>
                  <a:pt x="1869743" y="1201003"/>
                </a:cubicBezTo>
                <a:cubicBezTo>
                  <a:pt x="2467970" y="1305636"/>
                  <a:pt x="3028665" y="966716"/>
                  <a:pt x="3589361" y="62779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272E3B0C-FB39-4750-A027-75753BD3E794}"/>
              </a:ext>
            </a:extLst>
          </p:cNvPr>
          <p:cNvCxnSpPr/>
          <p:nvPr/>
        </p:nvCxnSpPr>
        <p:spPr>
          <a:xfrm flipH="1">
            <a:off x="9106350" y="1268413"/>
            <a:ext cx="79822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96E33621-C71B-41A6-8D62-BBE74037F2CE}"/>
              </a:ext>
            </a:extLst>
          </p:cNvPr>
          <p:cNvSpPr/>
          <p:nvPr/>
        </p:nvSpPr>
        <p:spPr>
          <a:xfrm>
            <a:off x="9103057" y="1255594"/>
            <a:ext cx="1433064" cy="3903260"/>
          </a:xfrm>
          <a:custGeom>
            <a:avLst/>
            <a:gdLst>
              <a:gd name="connsiteX0" fmla="*/ 0 w 1433064"/>
              <a:gd name="connsiteY0" fmla="*/ 3903260 h 3903260"/>
              <a:gd name="connsiteX1" fmla="*/ 1433015 w 1433064"/>
              <a:gd name="connsiteY1" fmla="*/ 1774209 h 3903260"/>
              <a:gd name="connsiteX2" fmla="*/ 40943 w 1433064"/>
              <a:gd name="connsiteY2" fmla="*/ 0 h 3903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3064" h="3903260">
                <a:moveTo>
                  <a:pt x="0" y="3903260"/>
                </a:moveTo>
                <a:cubicBezTo>
                  <a:pt x="713095" y="3164006"/>
                  <a:pt x="1426191" y="2424752"/>
                  <a:pt x="1433015" y="1774209"/>
                </a:cubicBezTo>
                <a:cubicBezTo>
                  <a:pt x="1439839" y="1123666"/>
                  <a:pt x="740391" y="561833"/>
                  <a:pt x="40943" y="0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895DB7E-2B6E-415A-BFB3-15787EFEC2F6}"/>
              </a:ext>
            </a:extLst>
          </p:cNvPr>
          <p:cNvSpPr txBox="1"/>
          <p:nvPr/>
        </p:nvSpPr>
        <p:spPr>
          <a:xfrm>
            <a:off x="8357531" y="954226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-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D975BE9-47BB-48C3-A651-8897CE93BE0D}"/>
              </a:ext>
            </a:extLst>
          </p:cNvPr>
          <p:cNvSpPr txBox="1"/>
          <p:nvPr/>
        </p:nvSpPr>
        <p:spPr>
          <a:xfrm>
            <a:off x="8346747" y="4993670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-</a:t>
            </a:r>
            <a:endParaRPr lang="es-P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466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2873747-E919-43C9-B1F6-273628D211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337" t="40344" r="27488" b="53795"/>
          <a:stretch/>
        </p:blipFill>
        <p:spPr>
          <a:xfrm>
            <a:off x="4595057" y="483244"/>
            <a:ext cx="2116836" cy="2195761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90C9CAF-334F-4565-88EC-FFC28733DCFC}"/>
              </a:ext>
            </a:extLst>
          </p:cNvPr>
          <p:cNvCxnSpPr/>
          <p:nvPr/>
        </p:nvCxnSpPr>
        <p:spPr>
          <a:xfrm>
            <a:off x="1422427" y="4496389"/>
            <a:ext cx="3600450" cy="0"/>
          </a:xfrm>
          <a:prstGeom prst="lin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018D59-4648-4506-A53D-0A472EB24409}"/>
              </a:ext>
            </a:extLst>
          </p:cNvPr>
          <p:cNvSpPr txBox="1"/>
          <p:nvPr/>
        </p:nvSpPr>
        <p:spPr>
          <a:xfrm>
            <a:off x="2855913" y="5229225"/>
            <a:ext cx="10477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+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EA38A84-4189-4C49-9AF5-B497C99E3B9D}"/>
              </a:ext>
            </a:extLst>
          </p:cNvPr>
          <p:cNvCxnSpPr/>
          <p:nvPr/>
        </p:nvCxnSpPr>
        <p:spPr>
          <a:xfrm>
            <a:off x="9901238" y="1268413"/>
            <a:ext cx="0" cy="38763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4A1E9FC-980C-4E6D-9F46-545D81942174}"/>
              </a:ext>
            </a:extLst>
          </p:cNvPr>
          <p:cNvSpPr txBox="1"/>
          <p:nvPr/>
        </p:nvSpPr>
        <p:spPr>
          <a:xfrm>
            <a:off x="10775950" y="2760861"/>
            <a:ext cx="916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+</a:t>
            </a:r>
            <a:endParaRPr lang="es-PE" dirty="0">
              <a:solidFill>
                <a:srgbClr val="FF0000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5BE2AA2-1DE6-450C-B188-AC9671B8AC61}"/>
              </a:ext>
            </a:extLst>
          </p:cNvPr>
          <p:cNvGrpSpPr/>
          <p:nvPr/>
        </p:nvGrpSpPr>
        <p:grpSpPr>
          <a:xfrm>
            <a:off x="556381" y="4178604"/>
            <a:ext cx="356188" cy="731621"/>
            <a:chOff x="515938" y="5770112"/>
            <a:chExt cx="356188" cy="731621"/>
          </a:xfrm>
        </p:grpSpPr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8F4FBE22-DA44-4CB2-BFE2-857501CEE76B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M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A49197B7-CCDC-4195-BFC4-FF0888CA1ECE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-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7FD8762-4B10-44C8-AF2F-11D9F5CB131B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0070C0"/>
                  </a:solidFill>
                </a:rPr>
                <a:t>+</a:t>
              </a:r>
              <a:endParaRPr lang="es-PE" sz="16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F8C415F-9DBD-4F1B-9C79-9B64305E9D33}"/>
              </a:ext>
            </a:extLst>
          </p:cNvPr>
          <p:cNvGrpSpPr/>
          <p:nvPr/>
        </p:nvGrpSpPr>
        <p:grpSpPr>
          <a:xfrm rot="16200000">
            <a:off x="9723144" y="652852"/>
            <a:ext cx="356188" cy="731621"/>
            <a:chOff x="515938" y="5770112"/>
            <a:chExt cx="356188" cy="731621"/>
          </a:xfrm>
        </p:grpSpPr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09C65B7A-97A3-41B9-B329-B856A854A8D5}"/>
                </a:ext>
              </a:extLst>
            </p:cNvPr>
            <p:cNvSpPr txBox="1"/>
            <p:nvPr/>
          </p:nvSpPr>
          <p:spPr>
            <a:xfrm>
              <a:off x="515938" y="5954063"/>
              <a:ext cx="3561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M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F4BE1260-FE58-44DD-9285-975709E2E28B}"/>
                </a:ext>
              </a:extLst>
            </p:cNvPr>
            <p:cNvSpPr txBox="1"/>
            <p:nvPr/>
          </p:nvSpPr>
          <p:spPr>
            <a:xfrm>
              <a:off x="562224" y="5770112"/>
              <a:ext cx="2535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-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C3465A91-C642-4093-B6DE-0421D004C3B6}"/>
                </a:ext>
              </a:extLst>
            </p:cNvPr>
            <p:cNvSpPr txBox="1"/>
            <p:nvPr/>
          </p:nvSpPr>
          <p:spPr>
            <a:xfrm>
              <a:off x="546617" y="6163179"/>
              <a:ext cx="3048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MX" sz="1600" b="1" dirty="0">
                  <a:solidFill>
                    <a:srgbClr val="FF0000"/>
                  </a:solidFill>
                </a:rPr>
                <a:t>+</a:t>
              </a:r>
              <a:endParaRPr lang="es-PE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85A9582-141E-4F03-B87B-A7BB6D2F9532}"/>
              </a:ext>
            </a:extLst>
          </p:cNvPr>
          <p:cNvSpPr/>
          <p:nvPr/>
        </p:nvSpPr>
        <p:spPr>
          <a:xfrm rot="10800000">
            <a:off x="6360494" y="1470485"/>
            <a:ext cx="172038" cy="8496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F2C6709-076E-48E9-A64A-29A80E593489}"/>
              </a:ext>
            </a:extLst>
          </p:cNvPr>
          <p:cNvSpPr/>
          <p:nvPr/>
        </p:nvSpPr>
        <p:spPr>
          <a:xfrm rot="16200000">
            <a:off x="5562060" y="1648307"/>
            <a:ext cx="182830" cy="14337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5FC4D4C0-C8E7-4463-9AEC-311CAF93BE94}"/>
              </a:ext>
            </a:extLst>
          </p:cNvPr>
          <p:cNvCxnSpPr/>
          <p:nvPr/>
        </p:nvCxnSpPr>
        <p:spPr>
          <a:xfrm>
            <a:off x="5016500" y="3916964"/>
            <a:ext cx="0" cy="606777"/>
          </a:xfrm>
          <a:prstGeom prst="straightConnector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8BBB0A5-C2DF-4822-A8ED-9DA79DBB34C8}"/>
              </a:ext>
            </a:extLst>
          </p:cNvPr>
          <p:cNvSpPr txBox="1"/>
          <p:nvPr/>
        </p:nvSpPr>
        <p:spPr>
          <a:xfrm>
            <a:off x="4747791" y="3480812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0070C0"/>
                </a:solidFill>
              </a:rPr>
              <a:t>MMax</a:t>
            </a:r>
            <a:r>
              <a:rPr lang="es-MX" dirty="0">
                <a:solidFill>
                  <a:srgbClr val="0070C0"/>
                </a:solidFill>
              </a:rPr>
              <a:t>-</a:t>
            </a:r>
            <a:endParaRPr lang="es-PE" dirty="0">
              <a:solidFill>
                <a:srgbClr val="0070C0"/>
              </a:solidFill>
            </a:endParaRP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F95CE37-7266-44E5-A625-4AC1ACB3C3F5}"/>
              </a:ext>
            </a:extLst>
          </p:cNvPr>
          <p:cNvCxnSpPr/>
          <p:nvPr/>
        </p:nvCxnSpPr>
        <p:spPr>
          <a:xfrm flipH="1">
            <a:off x="9075761" y="5144751"/>
            <a:ext cx="79822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485D623-A1FA-4E3C-BDED-3C034BB17636}"/>
              </a:ext>
            </a:extLst>
          </p:cNvPr>
          <p:cNvSpPr/>
          <p:nvPr/>
        </p:nvSpPr>
        <p:spPr>
          <a:xfrm rot="16200000">
            <a:off x="5524951" y="753614"/>
            <a:ext cx="182830" cy="14337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272E3B0C-FB39-4750-A027-75753BD3E794}"/>
              </a:ext>
            </a:extLst>
          </p:cNvPr>
          <p:cNvCxnSpPr/>
          <p:nvPr/>
        </p:nvCxnSpPr>
        <p:spPr>
          <a:xfrm flipH="1">
            <a:off x="9106350" y="1268413"/>
            <a:ext cx="79822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orma libre: forma 13">
            <a:extLst>
              <a:ext uri="{FF2B5EF4-FFF2-40B4-BE49-F238E27FC236}">
                <a16:creationId xmlns:a16="http://schemas.microsoft.com/office/drawing/2014/main" id="{96E33621-C71B-41A6-8D62-BBE74037F2CE}"/>
              </a:ext>
            </a:extLst>
          </p:cNvPr>
          <p:cNvSpPr/>
          <p:nvPr/>
        </p:nvSpPr>
        <p:spPr>
          <a:xfrm>
            <a:off x="9103057" y="1255594"/>
            <a:ext cx="1433064" cy="3903260"/>
          </a:xfrm>
          <a:custGeom>
            <a:avLst/>
            <a:gdLst>
              <a:gd name="connsiteX0" fmla="*/ 0 w 1433064"/>
              <a:gd name="connsiteY0" fmla="*/ 3903260 h 3903260"/>
              <a:gd name="connsiteX1" fmla="*/ 1433015 w 1433064"/>
              <a:gd name="connsiteY1" fmla="*/ 1774209 h 3903260"/>
              <a:gd name="connsiteX2" fmla="*/ 40943 w 1433064"/>
              <a:gd name="connsiteY2" fmla="*/ 0 h 3903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3064" h="3903260">
                <a:moveTo>
                  <a:pt x="0" y="3903260"/>
                </a:moveTo>
                <a:cubicBezTo>
                  <a:pt x="713095" y="3164006"/>
                  <a:pt x="1426191" y="2424752"/>
                  <a:pt x="1433015" y="1774209"/>
                </a:cubicBezTo>
                <a:cubicBezTo>
                  <a:pt x="1439839" y="1123666"/>
                  <a:pt x="740391" y="561833"/>
                  <a:pt x="40943" y="0"/>
                </a:cubicBezTo>
              </a:path>
            </a:pathLst>
          </a:cu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895DB7E-2B6E-415A-BFB3-15787EFEC2F6}"/>
              </a:ext>
            </a:extLst>
          </p:cNvPr>
          <p:cNvSpPr txBox="1"/>
          <p:nvPr/>
        </p:nvSpPr>
        <p:spPr>
          <a:xfrm>
            <a:off x="8357531" y="954226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-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D975BE9-47BB-48C3-A651-8897CE93BE0D}"/>
              </a:ext>
            </a:extLst>
          </p:cNvPr>
          <p:cNvSpPr txBox="1"/>
          <p:nvPr/>
        </p:nvSpPr>
        <p:spPr>
          <a:xfrm>
            <a:off x="8346747" y="4993670"/>
            <a:ext cx="7670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rgbClr val="FF0000"/>
                </a:solidFill>
              </a:rPr>
              <a:t>MMax</a:t>
            </a:r>
            <a:r>
              <a:rPr lang="es-MX" dirty="0">
                <a:solidFill>
                  <a:srgbClr val="FF0000"/>
                </a:solidFill>
              </a:rPr>
              <a:t>-</a:t>
            </a:r>
            <a:endParaRPr lang="es-PE" dirty="0">
              <a:solidFill>
                <a:srgbClr val="FF0000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2DDE7F3-E603-4342-A2DF-9D6459DB9FEF}"/>
              </a:ext>
            </a:extLst>
          </p:cNvPr>
          <p:cNvSpPr/>
          <p:nvPr/>
        </p:nvSpPr>
        <p:spPr>
          <a:xfrm>
            <a:off x="4495390" y="1379070"/>
            <a:ext cx="441213" cy="9704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" name="Forma libre: forma 2">
            <a:extLst>
              <a:ext uri="{FF2B5EF4-FFF2-40B4-BE49-F238E27FC236}">
                <a16:creationId xmlns:a16="http://schemas.microsoft.com/office/drawing/2014/main" id="{5F305DE1-CBDD-4FE9-8BD5-289CDB57DBE3}"/>
              </a:ext>
            </a:extLst>
          </p:cNvPr>
          <p:cNvSpPr/>
          <p:nvPr/>
        </p:nvSpPr>
        <p:spPr>
          <a:xfrm>
            <a:off x="1433015" y="3903260"/>
            <a:ext cx="3589361" cy="1124983"/>
          </a:xfrm>
          <a:custGeom>
            <a:avLst/>
            <a:gdLst>
              <a:gd name="connsiteX0" fmla="*/ 3589361 w 3589361"/>
              <a:gd name="connsiteY0" fmla="*/ 0 h 1124983"/>
              <a:gd name="connsiteX1" fmla="*/ 1869743 w 3589361"/>
              <a:gd name="connsiteY1" fmla="*/ 1105468 h 1124983"/>
              <a:gd name="connsiteX2" fmla="*/ 0 w 3589361"/>
              <a:gd name="connsiteY2" fmla="*/ 600501 h 112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9361" h="1124983">
                <a:moveTo>
                  <a:pt x="3589361" y="0"/>
                </a:moveTo>
                <a:cubicBezTo>
                  <a:pt x="3028665" y="502692"/>
                  <a:pt x="2467970" y="1005385"/>
                  <a:pt x="1869743" y="1105468"/>
                </a:cubicBezTo>
                <a:cubicBezTo>
                  <a:pt x="1271516" y="1205551"/>
                  <a:pt x="635758" y="903026"/>
                  <a:pt x="0" y="60050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389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1288473" y="2479964"/>
            <a:ext cx="5167890" cy="1669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969818" y="450850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1288473" y="437803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6456363" y="436995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3422073" y="464127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6579755" y="3130178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1.5 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95B5BB3-B7C0-4A20-9D79-39AC74C16268}"/>
                  </a:ext>
                </a:extLst>
              </p:cNvPr>
              <p:cNvSpPr txBox="1"/>
              <p:nvPr/>
            </p:nvSpPr>
            <p:spPr>
              <a:xfrm>
                <a:off x="1833562" y="5451088"/>
                <a:ext cx="3878819" cy="574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𝑙𝑜𝑛𝑔𝑖𝑡𝑢𝑑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𝑚𝑒𝑛𝑜𝑟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𝑙𝑜𝑛𝑔𝑖𝑡𝑢𝑑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𝑚𝑎𝑦𝑜𝑟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=0.43 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95B5BB3-B7C0-4A20-9D79-39AC74C16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562" y="5451088"/>
                <a:ext cx="3878819" cy="5745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8AA95E6-F582-4CC3-940F-FD801E5FAC13}"/>
              </a:ext>
            </a:extLst>
          </p:cNvPr>
          <p:cNvCxnSpPr/>
          <p:nvPr/>
        </p:nvCxnSpPr>
        <p:spPr>
          <a:xfrm>
            <a:off x="2495550" y="2168525"/>
            <a:ext cx="2879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6CC0935-775B-4BD0-BF64-BE9A6A5D17B9}"/>
              </a:ext>
            </a:extLst>
          </p:cNvPr>
          <p:cNvCxnSpPr/>
          <p:nvPr/>
        </p:nvCxnSpPr>
        <p:spPr>
          <a:xfrm>
            <a:off x="8409709" y="2763982"/>
            <a:ext cx="0" cy="1669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CFC954F-7019-4561-8959-F297F377C7CC}"/>
              </a:ext>
            </a:extLst>
          </p:cNvPr>
          <p:cNvSpPr/>
          <p:nvPr/>
        </p:nvSpPr>
        <p:spPr>
          <a:xfrm rot="5400000">
            <a:off x="3762560" y="-7978"/>
            <a:ext cx="219715" cy="51678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7F6AAC9-6991-4C01-B56D-E774D2F27AD3}"/>
              </a:ext>
            </a:extLst>
          </p:cNvPr>
          <p:cNvSpPr/>
          <p:nvPr/>
        </p:nvSpPr>
        <p:spPr>
          <a:xfrm>
            <a:off x="7859671" y="4513325"/>
            <a:ext cx="232764" cy="166976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441569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1288473" y="2479964"/>
            <a:ext cx="5167890" cy="16697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969818" y="450850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1288473" y="437803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6456363" y="436995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3422073" y="464127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6579755" y="3130178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1.5 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95B5BB3-B7C0-4A20-9D79-39AC74C16268}"/>
                  </a:ext>
                </a:extLst>
              </p:cNvPr>
              <p:cNvSpPr txBox="1"/>
              <p:nvPr/>
            </p:nvSpPr>
            <p:spPr>
              <a:xfrm>
                <a:off x="1833562" y="5451088"/>
                <a:ext cx="3878819" cy="574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𝑙𝑜𝑛𝑔𝑖𝑡𝑢𝑑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𝑚𝑒𝑛𝑜𝑟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𝑙𝑜𝑛𝑔𝑖𝑡𝑢𝑑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𝑚𝑎𝑦𝑜𝑟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=0.43 </m:t>
                      </m:r>
                      <m:r>
                        <a:rPr lang="es-P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0.50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95B5BB3-B7C0-4A20-9D79-39AC74C16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562" y="5451088"/>
                <a:ext cx="3878819" cy="5745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8AA95E6-F582-4CC3-940F-FD801E5FAC13}"/>
              </a:ext>
            </a:extLst>
          </p:cNvPr>
          <p:cNvCxnSpPr/>
          <p:nvPr/>
        </p:nvCxnSpPr>
        <p:spPr>
          <a:xfrm>
            <a:off x="2495550" y="2168525"/>
            <a:ext cx="2879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6CC0935-775B-4BD0-BF64-BE9A6A5D17B9}"/>
              </a:ext>
            </a:extLst>
          </p:cNvPr>
          <p:cNvCxnSpPr/>
          <p:nvPr/>
        </p:nvCxnSpPr>
        <p:spPr>
          <a:xfrm>
            <a:off x="9017289" y="2261467"/>
            <a:ext cx="0" cy="16697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CFC954F-7019-4561-8959-F297F377C7CC}"/>
              </a:ext>
            </a:extLst>
          </p:cNvPr>
          <p:cNvSpPr/>
          <p:nvPr/>
        </p:nvSpPr>
        <p:spPr>
          <a:xfrm rot="5400000">
            <a:off x="3762560" y="-7978"/>
            <a:ext cx="219715" cy="51678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7F6AAC9-6991-4C01-B56D-E774D2F27AD3}"/>
              </a:ext>
            </a:extLst>
          </p:cNvPr>
          <p:cNvSpPr/>
          <p:nvPr/>
        </p:nvSpPr>
        <p:spPr>
          <a:xfrm>
            <a:off x="7859671" y="4513325"/>
            <a:ext cx="232764" cy="166976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00813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95B5BB3-B7C0-4A20-9D79-39AC74C16268}"/>
                  </a:ext>
                </a:extLst>
              </p:cNvPr>
              <p:cNvSpPr txBox="1"/>
              <p:nvPr/>
            </p:nvSpPr>
            <p:spPr>
              <a:xfrm>
                <a:off x="7625824" y="5733050"/>
                <a:ext cx="3878819" cy="574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𝑙𝑜𝑛𝑔𝑖𝑡𝑢𝑑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𝑚𝑒𝑛𝑜𝑟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𝑙𝑜𝑛𝑔𝑖𝑡𝑢𝑑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𝑚𝑎𝑦𝑜𝑟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=0.71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≥0,50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95B5BB3-B7C0-4A20-9D79-39AC74C16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824" y="5733050"/>
                <a:ext cx="3878819" cy="5745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2474D3D6-E3E9-4827-B839-4F0E7A94BE81}"/>
              </a:ext>
            </a:extLst>
          </p:cNvPr>
          <p:cNvSpPr txBox="1"/>
          <p:nvPr/>
        </p:nvSpPr>
        <p:spPr>
          <a:xfrm>
            <a:off x="7535863" y="2217921"/>
            <a:ext cx="4225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PE" dirty="0"/>
              <a:t>Determinar los momentos máximos positivos y negativos que se van a generar en el siguiente paño de losa armada en dos sentidos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F67282-2690-4762-9FB3-CE21086CC66E}"/>
              </a:ext>
            </a:extLst>
          </p:cNvPr>
          <p:cNvSpPr txBox="1"/>
          <p:nvPr/>
        </p:nvSpPr>
        <p:spPr>
          <a:xfrm>
            <a:off x="7535863" y="3446633"/>
            <a:ext cx="1821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CM = 500 Kgf/m2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3912F59-97E7-4B4F-87C0-808DDDBDEACA}"/>
              </a:ext>
            </a:extLst>
          </p:cNvPr>
          <p:cNvSpPr txBox="1"/>
          <p:nvPr/>
        </p:nvSpPr>
        <p:spPr>
          <a:xfrm>
            <a:off x="7535863" y="3989533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CV = 300 Kgf/m2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D810588-3AA9-469E-BAAF-164EC4A2688C}"/>
              </a:ext>
            </a:extLst>
          </p:cNvPr>
          <p:cNvSpPr/>
          <p:nvPr/>
        </p:nvSpPr>
        <p:spPr>
          <a:xfrm>
            <a:off x="271968" y="238442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94A8655-2060-4B97-9844-460112C31B1B}"/>
              </a:ext>
            </a:extLst>
          </p:cNvPr>
          <p:cNvCxnSpPr/>
          <p:nvPr/>
        </p:nvCxnSpPr>
        <p:spPr>
          <a:xfrm>
            <a:off x="-46687" y="556260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E1A668C-AA54-4AC9-B5E8-23ED3184B047}"/>
              </a:ext>
            </a:extLst>
          </p:cNvPr>
          <p:cNvCxnSpPr/>
          <p:nvPr/>
        </p:nvCxnSpPr>
        <p:spPr>
          <a:xfrm>
            <a:off x="424370" y="543213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64E3956B-2F0A-4F19-A825-7AB4699E425D}"/>
              </a:ext>
            </a:extLst>
          </p:cNvPr>
          <p:cNvCxnSpPr/>
          <p:nvPr/>
        </p:nvCxnSpPr>
        <p:spPr>
          <a:xfrm>
            <a:off x="5301311" y="542405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535470C-4C23-4C0D-BA9F-9286177602FC}"/>
              </a:ext>
            </a:extLst>
          </p:cNvPr>
          <p:cNvSpPr txBox="1"/>
          <p:nvPr/>
        </p:nvSpPr>
        <p:spPr>
          <a:xfrm>
            <a:off x="2405568" y="569537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B5C65AC-43DF-4B74-B03F-CC59E767CF2A}"/>
              </a:ext>
            </a:extLst>
          </p:cNvPr>
          <p:cNvSpPr txBox="1"/>
          <p:nvPr/>
        </p:nvSpPr>
        <p:spPr>
          <a:xfrm>
            <a:off x="5594348" y="3715089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DD45CE3-45F4-4227-B8CA-041A019CC824}"/>
              </a:ext>
            </a:extLst>
          </p:cNvPr>
          <p:cNvSpPr/>
          <p:nvPr/>
        </p:nvSpPr>
        <p:spPr>
          <a:xfrm>
            <a:off x="271968" y="274478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3D00FD5-8679-4416-84DD-628352489F28}"/>
              </a:ext>
            </a:extLst>
          </p:cNvPr>
          <p:cNvSpPr/>
          <p:nvPr/>
        </p:nvSpPr>
        <p:spPr>
          <a:xfrm>
            <a:off x="271968" y="504440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15F2C3E-43D9-4989-8937-D69C075612D2}"/>
              </a:ext>
            </a:extLst>
          </p:cNvPr>
          <p:cNvSpPr/>
          <p:nvPr/>
        </p:nvSpPr>
        <p:spPr>
          <a:xfrm rot="5400000">
            <a:off x="-1238946" y="389722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9182B480-DCE0-41A4-8E95-088C578715C4}"/>
              </a:ext>
            </a:extLst>
          </p:cNvPr>
          <p:cNvSpPr/>
          <p:nvPr/>
        </p:nvSpPr>
        <p:spPr>
          <a:xfrm rot="5400000">
            <a:off x="3774481" y="389029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4FB33E8-17C4-4C7B-93B0-99ED238596CC}"/>
              </a:ext>
            </a:extLst>
          </p:cNvPr>
          <p:cNvCxnSpPr/>
          <p:nvPr/>
        </p:nvCxnSpPr>
        <p:spPr>
          <a:xfrm>
            <a:off x="5951177" y="2384426"/>
            <a:ext cx="0" cy="30477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75365D28-0D55-46D3-B2AD-A3B72C5782F1}"/>
              </a:ext>
            </a:extLst>
          </p:cNvPr>
          <p:cNvCxnSpPr/>
          <p:nvPr/>
        </p:nvCxnSpPr>
        <p:spPr>
          <a:xfrm>
            <a:off x="5881902" y="2924460"/>
            <a:ext cx="1448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7F8C22D6-59AF-4F26-845D-55657934BF1D}"/>
              </a:ext>
            </a:extLst>
          </p:cNvPr>
          <p:cNvCxnSpPr/>
          <p:nvPr/>
        </p:nvCxnSpPr>
        <p:spPr>
          <a:xfrm>
            <a:off x="5895757" y="5071910"/>
            <a:ext cx="1448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80056D0-D05A-4BED-ADF6-C4C501902044}"/>
              </a:ext>
            </a:extLst>
          </p:cNvPr>
          <p:cNvSpPr txBox="1"/>
          <p:nvPr/>
        </p:nvSpPr>
        <p:spPr>
          <a:xfrm>
            <a:off x="7535863" y="4877633"/>
            <a:ext cx="40603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PE" dirty="0"/>
              <a:t>Primero verificamos que se trate se una losa en dos sentidos:</a:t>
            </a:r>
          </a:p>
        </p:txBody>
      </p:sp>
    </p:spTree>
    <p:extLst>
      <p:ext uri="{BB962C8B-B14F-4D97-AF65-F5344CB8AC3E}">
        <p14:creationId xmlns:p14="http://schemas.microsoft.com/office/powerpoint/2010/main" val="24119518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9648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324203" y="16598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94348" y="435239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35684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65646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988F4A4-FD88-4D4C-A6F8-58D6F6CF7A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95" t="24641" r="25454" b="7988"/>
          <a:stretch/>
        </p:blipFill>
        <p:spPr>
          <a:xfrm>
            <a:off x="5951176" y="1727538"/>
            <a:ext cx="5750222" cy="4978392"/>
          </a:xfrm>
          <a:prstGeom prst="rect">
            <a:avLst/>
          </a:prstGeom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7FC7E57-78A9-4CF0-9F9A-63AD936D1AB9}"/>
              </a:ext>
            </a:extLst>
          </p:cNvPr>
          <p:cNvCxnSpPr/>
          <p:nvPr/>
        </p:nvCxnSpPr>
        <p:spPr>
          <a:xfrm>
            <a:off x="9141823" y="3409670"/>
            <a:ext cx="0" cy="232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70990C6-5F44-480D-BE3F-1383796BA72F}"/>
              </a:ext>
            </a:extLst>
          </p:cNvPr>
          <p:cNvCxnSpPr/>
          <p:nvPr/>
        </p:nvCxnSpPr>
        <p:spPr>
          <a:xfrm>
            <a:off x="6926580" y="6069653"/>
            <a:ext cx="1863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50928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50235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7841A6B-B82E-4D96-B006-77440C0847F9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508233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=0.086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7841A6B-B82E-4D96-B006-77440C084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508233" cy="299569"/>
              </a:xfrm>
              <a:prstGeom prst="rect">
                <a:avLst/>
              </a:prstGeom>
              <a:blipFill>
                <a:blip r:embed="rId3"/>
                <a:stretch>
                  <a:fillRect l="-3644" r="-3644" b="-2244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556E141-FB8F-49D7-9E17-F85E6C66ED6E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17247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P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𝑛𝑒𝑔</m:t>
                        </m:r>
                      </m:sub>
                    </m:sSub>
                    <m:r>
                      <a:rPr lang="es-PE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s-PE" dirty="0"/>
                  <a:t>000</a:t>
                </a: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556E141-FB8F-49D7-9E17-F85E6C66E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17247" cy="299569"/>
              </a:xfrm>
              <a:prstGeom prst="rect">
                <a:avLst/>
              </a:prstGeom>
              <a:blipFill>
                <a:blip r:embed="rId4"/>
                <a:stretch>
                  <a:fillRect l="-6034" t="-24490" r="-9052" b="-4081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errar llave 23">
            <a:extLst>
              <a:ext uri="{FF2B5EF4-FFF2-40B4-BE49-F238E27FC236}">
                <a16:creationId xmlns:a16="http://schemas.microsoft.com/office/drawing/2014/main" id="{9D435C6B-6832-4E89-BF7A-A90002066D6E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2FFABB8-10EB-49DF-8C77-0E308A6F7F28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2FFABB8-10EB-49DF-8C77-0E308A6F7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6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2DED8DE-C928-4A7E-A354-B6BBF59C1D2C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508233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=0.085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2DED8DE-C928-4A7E-A354-B6BBF59C1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508233" cy="299569"/>
              </a:xfrm>
              <a:prstGeom prst="rect">
                <a:avLst/>
              </a:prstGeom>
              <a:blipFill>
                <a:blip r:embed="rId7"/>
                <a:stretch>
                  <a:fillRect l="-3644" r="-4049" b="-2244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3816188-FD7C-4485-9B5A-A2E43BE3A57A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17247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P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𝑛𝑒𝑔</m:t>
                        </m:r>
                      </m:sub>
                    </m:sSub>
                    <m:r>
                      <a:rPr lang="es-PE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s-PE" dirty="0"/>
                  <a:t>000</a:t>
                </a: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3816188-FD7C-4485-9B5A-A2E43BE3A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17247" cy="299569"/>
              </a:xfrm>
              <a:prstGeom prst="rect">
                <a:avLst/>
              </a:prstGeom>
              <a:blipFill>
                <a:blip r:embed="rId8"/>
                <a:stretch>
                  <a:fillRect l="-6034" t="-24490" r="-9052" b="-4081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errar llave 30">
            <a:extLst>
              <a:ext uri="{FF2B5EF4-FFF2-40B4-BE49-F238E27FC236}">
                <a16:creationId xmlns:a16="http://schemas.microsoft.com/office/drawing/2014/main" id="{049D381A-2756-438B-8BE9-678A818F99AE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EC5DF3D-17C9-4931-9559-449845C22347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EC5DF3D-17C9-4931-9559-449845C22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9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E1D1B128-6441-4507-A097-5ED02D2BB3DC}"/>
                  </a:ext>
                </a:extLst>
              </p14:cNvPr>
              <p14:cNvContentPartPr/>
              <p14:nvPr/>
            </p14:nvContentPartPr>
            <p14:xfrm>
              <a:off x="419760" y="5313240"/>
              <a:ext cx="8599680" cy="146484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E1D1B128-6441-4507-A097-5ED02D2BB3D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0400" y="5303880"/>
                <a:ext cx="8618400" cy="148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2161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9648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324203" y="16598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478828" y="346272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35684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65646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50928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50235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7841A6B-B82E-4D96-B006-77440C0847F9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508233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=0.086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7841A6B-B82E-4D96-B006-77440C084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508233" cy="299569"/>
              </a:xfrm>
              <a:prstGeom prst="rect">
                <a:avLst/>
              </a:prstGeom>
              <a:blipFill>
                <a:blip r:embed="rId2"/>
                <a:stretch>
                  <a:fillRect l="-3644" r="-3644" b="-2244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556E141-FB8F-49D7-9E17-F85E6C66ED6E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17247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P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𝑛𝑒𝑔</m:t>
                        </m:r>
                      </m:sub>
                    </m:sSub>
                    <m:r>
                      <a:rPr lang="es-PE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s-PE" dirty="0"/>
                  <a:t>000</a:t>
                </a: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556E141-FB8F-49D7-9E17-F85E6C66E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17247" cy="299569"/>
              </a:xfrm>
              <a:prstGeom prst="rect">
                <a:avLst/>
              </a:prstGeom>
              <a:blipFill>
                <a:blip r:embed="rId3"/>
                <a:stretch>
                  <a:fillRect l="-6034" t="-24490" r="-9052" b="-4081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errar llave 23">
            <a:extLst>
              <a:ext uri="{FF2B5EF4-FFF2-40B4-BE49-F238E27FC236}">
                <a16:creationId xmlns:a16="http://schemas.microsoft.com/office/drawing/2014/main" id="{9D435C6B-6832-4E89-BF7A-A90002066D6E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2FFABB8-10EB-49DF-8C77-0E308A6F7F28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2FFABB8-10EB-49DF-8C77-0E308A6F7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5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2DED8DE-C928-4A7E-A354-B6BBF59C1D2C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508233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=0.085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2DED8DE-C928-4A7E-A354-B6BBF59C1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508233" cy="299569"/>
              </a:xfrm>
              <a:prstGeom prst="rect">
                <a:avLst/>
              </a:prstGeom>
              <a:blipFill>
                <a:blip r:embed="rId6"/>
                <a:stretch>
                  <a:fillRect l="-3644" r="-4049" b="-2244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3816188-FD7C-4485-9B5A-A2E43BE3A57A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17247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P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𝑛𝑒𝑔</m:t>
                        </m:r>
                      </m:sub>
                    </m:sSub>
                    <m:r>
                      <a:rPr lang="es-PE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s-PE" dirty="0"/>
                  <a:t>000</a:t>
                </a: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3816188-FD7C-4485-9B5A-A2E43BE3A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17247" cy="299569"/>
              </a:xfrm>
              <a:prstGeom prst="rect">
                <a:avLst/>
              </a:prstGeom>
              <a:blipFill>
                <a:blip r:embed="rId7"/>
                <a:stretch>
                  <a:fillRect l="-6034" t="-24490" r="-9052" b="-4081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errar llave 30">
            <a:extLst>
              <a:ext uri="{FF2B5EF4-FFF2-40B4-BE49-F238E27FC236}">
                <a16:creationId xmlns:a16="http://schemas.microsoft.com/office/drawing/2014/main" id="{049D381A-2756-438B-8BE9-678A818F99AE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EC5DF3D-17C9-4931-9559-449845C22347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EC5DF3D-17C9-4931-9559-449845C22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8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E57D350-A01E-4E7A-8F18-420A75646C47}"/>
              </a:ext>
            </a:extLst>
          </p:cNvPr>
          <p:cNvCxnSpPr/>
          <p:nvPr/>
        </p:nvCxnSpPr>
        <p:spPr>
          <a:xfrm>
            <a:off x="6456363" y="2029224"/>
            <a:ext cx="0" cy="4760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2FB49B6-1F26-4164-B9A5-4FA52F9AD402}"/>
              </a:ext>
            </a:extLst>
          </p:cNvPr>
          <p:cNvSpPr txBox="1"/>
          <p:nvPr/>
        </p:nvSpPr>
        <p:spPr>
          <a:xfrm>
            <a:off x="6751277" y="1641292"/>
            <a:ext cx="1467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Interpolando: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E6522E1-9375-4229-B713-9410CA01F3C4}"/>
                  </a:ext>
                </a:extLst>
              </p:cNvPr>
              <p:cNvSpPr txBox="1"/>
              <p:nvPr/>
            </p:nvSpPr>
            <p:spPr>
              <a:xfrm>
                <a:off x="6829570" y="2181843"/>
                <a:ext cx="1545103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=0.086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E6522E1-9375-4229-B713-9410CA01F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570" y="2181843"/>
                <a:ext cx="1545103" cy="299569"/>
              </a:xfrm>
              <a:prstGeom prst="rect">
                <a:avLst/>
              </a:prstGeom>
              <a:blipFill>
                <a:blip r:embed="rId9"/>
                <a:stretch>
                  <a:fillRect l="-3150" r="-3543" b="-2244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E4EA2ED-57C8-4745-9346-9E951DEFEA7D}"/>
                  </a:ext>
                </a:extLst>
              </p:cNvPr>
              <p:cNvSpPr txBox="1"/>
              <p:nvPr/>
            </p:nvSpPr>
            <p:spPr>
              <a:xfrm>
                <a:off x="6853297" y="3067348"/>
                <a:ext cx="1545103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=0.085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E4EA2ED-57C8-4745-9346-9E951DEFE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97" y="3067348"/>
                <a:ext cx="1545103" cy="299569"/>
              </a:xfrm>
              <a:prstGeom prst="rect">
                <a:avLst/>
              </a:prstGeom>
              <a:blipFill>
                <a:blip r:embed="rId10"/>
                <a:stretch>
                  <a:fillRect l="-3150" r="-3543" b="-2449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B06ED69-1122-4C26-8AFE-F697A5F28380}"/>
                  </a:ext>
                </a:extLst>
              </p:cNvPr>
              <p:cNvSpPr txBox="1"/>
              <p:nvPr/>
            </p:nvSpPr>
            <p:spPr>
              <a:xfrm>
                <a:off x="9046468" y="2148588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B06ED69-1122-4C26-8AFE-F697A5F28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468" y="2148588"/>
                <a:ext cx="1036309" cy="276999"/>
              </a:xfrm>
              <a:prstGeom prst="rect">
                <a:avLst/>
              </a:prstGeom>
              <a:blipFill>
                <a:blip r:embed="rId11"/>
                <a:stretch>
                  <a:fillRect r="-4706" b="-652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BB08B0F-9113-49DF-88C5-AC29BC44BD33}"/>
                  </a:ext>
                </a:extLst>
              </p:cNvPr>
              <p:cNvSpPr txBox="1"/>
              <p:nvPr/>
            </p:nvSpPr>
            <p:spPr>
              <a:xfrm>
                <a:off x="9046463" y="3035287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BB08B0F-9113-49DF-88C5-AC29BC44B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463" y="3035287"/>
                <a:ext cx="1036309" cy="276999"/>
              </a:xfrm>
              <a:prstGeom prst="rect">
                <a:avLst/>
              </a:prstGeom>
              <a:blipFill>
                <a:blip r:embed="rId12"/>
                <a:stretch>
                  <a:fillRect r="-5294" b="-888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8203740-135E-49B2-8FC1-C35E93A8CFF4}"/>
                  </a:ext>
                </a:extLst>
              </p:cNvPr>
              <p:cNvSpPr txBox="1"/>
              <p:nvPr/>
            </p:nvSpPr>
            <p:spPr>
              <a:xfrm>
                <a:off x="9043380" y="2590796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8203740-135E-49B2-8FC1-C35E93A8C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380" y="2590796"/>
                <a:ext cx="1036309" cy="276999"/>
              </a:xfrm>
              <a:prstGeom prst="rect">
                <a:avLst/>
              </a:prstGeom>
              <a:blipFill>
                <a:blip r:embed="rId13"/>
                <a:stretch>
                  <a:fillRect r="-5294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FF11F67-F7F4-447F-8E50-3DE53A26A416}"/>
                  </a:ext>
                </a:extLst>
              </p:cNvPr>
              <p:cNvSpPr txBox="1"/>
              <p:nvPr/>
            </p:nvSpPr>
            <p:spPr>
              <a:xfrm>
                <a:off x="6853297" y="2590796"/>
                <a:ext cx="1069011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FF11F67-F7F4-447F-8E50-3DE53A26A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97" y="2590796"/>
                <a:ext cx="1069011" cy="299569"/>
              </a:xfrm>
              <a:prstGeom prst="rect">
                <a:avLst/>
              </a:prstGeom>
              <a:blipFill>
                <a:blip r:embed="rId14"/>
                <a:stretch>
                  <a:fillRect l="-4545" r="-4545" b="-2244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782D62C-45B0-4DCF-A986-7B600389B1C8}"/>
                  </a:ext>
                </a:extLst>
              </p:cNvPr>
              <p:cNvSpPr txBox="1"/>
              <p:nvPr/>
            </p:nvSpPr>
            <p:spPr>
              <a:xfrm>
                <a:off x="6852163" y="3825961"/>
                <a:ext cx="3072957" cy="5443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0.085−0.086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0.75−0.70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0.71−0.070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782D62C-45B0-4DCF-A986-7B600389B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163" y="3825961"/>
                <a:ext cx="3072957" cy="54431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375A60-8C63-452A-96CD-C56A333E9BCF}"/>
                  </a:ext>
                </a:extLst>
              </p:cNvPr>
              <p:cNvSpPr txBox="1"/>
              <p:nvPr/>
            </p:nvSpPr>
            <p:spPr>
              <a:xfrm>
                <a:off x="6852163" y="4711466"/>
                <a:ext cx="3496726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−0.001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0.01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=−0.0002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375A60-8C63-452A-96CD-C56A333E9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163" y="4711466"/>
                <a:ext cx="3496726" cy="52046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09BEEA27-98DB-43F0-92ED-8DB5BF7B5FD4}"/>
                  </a:ext>
                </a:extLst>
              </p:cNvPr>
              <p:cNvSpPr txBox="1"/>
              <p:nvPr/>
            </p:nvSpPr>
            <p:spPr>
              <a:xfrm>
                <a:off x="6955876" y="5562018"/>
                <a:ext cx="3500767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=0.086−0.0002=0.0858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09BEEA27-98DB-43F0-92ED-8DB5BF7B5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876" y="5562018"/>
                <a:ext cx="3500767" cy="299569"/>
              </a:xfrm>
              <a:prstGeom prst="rect">
                <a:avLst/>
              </a:prstGeom>
              <a:blipFill>
                <a:blip r:embed="rId17"/>
                <a:stretch>
                  <a:fillRect l="-1045" r="-1394" b="-22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08D93F35-1988-4C55-9F2B-A18C0286FF70}"/>
                  </a:ext>
                </a:extLst>
              </p:cNvPr>
              <p:cNvSpPr txBox="1"/>
              <p:nvPr/>
            </p:nvSpPr>
            <p:spPr>
              <a:xfrm>
                <a:off x="6913747" y="6031726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08D93F35-1988-4C55-9F2B-A18C0286F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747" y="6031726"/>
                <a:ext cx="1036309" cy="276999"/>
              </a:xfrm>
              <a:prstGeom prst="rect">
                <a:avLst/>
              </a:prstGeom>
              <a:blipFill>
                <a:blip r:embed="rId18"/>
                <a:stretch>
                  <a:fillRect r="-5294" b="-652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90217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9648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324203" y="16598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00540" y="3604697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35684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65646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50928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50235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7841A6B-B82E-4D96-B006-77440C0847F9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508233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=0.086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7841A6B-B82E-4D96-B006-77440C084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508233" cy="299569"/>
              </a:xfrm>
              <a:prstGeom prst="rect">
                <a:avLst/>
              </a:prstGeom>
              <a:blipFill>
                <a:blip r:embed="rId2"/>
                <a:stretch>
                  <a:fillRect l="-3644" r="-3644" b="-2244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556E141-FB8F-49D7-9E17-F85E6C66ED6E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17247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P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𝑛𝑒𝑔</m:t>
                        </m:r>
                      </m:sub>
                    </m:sSub>
                    <m:r>
                      <a:rPr lang="es-PE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s-PE" dirty="0"/>
                  <a:t>000</a:t>
                </a:r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4556E141-FB8F-49D7-9E17-F85E6C66ED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17247" cy="299569"/>
              </a:xfrm>
              <a:prstGeom prst="rect">
                <a:avLst/>
              </a:prstGeom>
              <a:blipFill>
                <a:blip r:embed="rId3"/>
                <a:stretch>
                  <a:fillRect l="-6034" t="-24490" r="-9052" b="-4081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errar llave 23">
            <a:extLst>
              <a:ext uri="{FF2B5EF4-FFF2-40B4-BE49-F238E27FC236}">
                <a16:creationId xmlns:a16="http://schemas.microsoft.com/office/drawing/2014/main" id="{9D435C6B-6832-4E89-BF7A-A90002066D6E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2FFABB8-10EB-49DF-8C77-0E308A6F7F28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32FFABB8-10EB-49DF-8C77-0E308A6F7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5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2DED8DE-C928-4A7E-A354-B6BBF59C1D2C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508233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=0.085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42DED8DE-C928-4A7E-A354-B6BBF59C1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508233" cy="299569"/>
              </a:xfrm>
              <a:prstGeom prst="rect">
                <a:avLst/>
              </a:prstGeom>
              <a:blipFill>
                <a:blip r:embed="rId6"/>
                <a:stretch>
                  <a:fillRect l="-3644" r="-4049" b="-2244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3816188-FD7C-4485-9B5A-A2E43BE3A57A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17247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P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PE" b="0" i="1" smtClean="0">
                            <a:latin typeface="Cambria Math" panose="02040503050406030204" pitchFamily="18" charset="0"/>
                          </a:rPr>
                          <m:t>𝑛𝑒𝑔</m:t>
                        </m:r>
                      </m:sub>
                    </m:sSub>
                    <m:r>
                      <a:rPr lang="es-PE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r>
                  <a:rPr lang="es-PE" dirty="0"/>
                  <a:t>000</a:t>
                </a: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D3816188-FD7C-4485-9B5A-A2E43BE3A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17247" cy="299569"/>
              </a:xfrm>
              <a:prstGeom prst="rect">
                <a:avLst/>
              </a:prstGeom>
              <a:blipFill>
                <a:blip r:embed="rId7"/>
                <a:stretch>
                  <a:fillRect l="-6034" t="-24490" r="-9052" b="-40816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Cerrar llave 30">
            <a:extLst>
              <a:ext uri="{FF2B5EF4-FFF2-40B4-BE49-F238E27FC236}">
                <a16:creationId xmlns:a16="http://schemas.microsoft.com/office/drawing/2014/main" id="{049D381A-2756-438B-8BE9-678A818F99AE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EC5DF3D-17C9-4931-9559-449845C22347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FEC5DF3D-17C9-4931-9559-449845C22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8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E57D350-A01E-4E7A-8F18-420A75646C47}"/>
              </a:ext>
            </a:extLst>
          </p:cNvPr>
          <p:cNvCxnSpPr/>
          <p:nvPr/>
        </p:nvCxnSpPr>
        <p:spPr>
          <a:xfrm>
            <a:off x="6456363" y="2029224"/>
            <a:ext cx="0" cy="4760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2FB49B6-1F26-4164-B9A5-4FA52F9AD402}"/>
              </a:ext>
            </a:extLst>
          </p:cNvPr>
          <p:cNvSpPr txBox="1"/>
          <p:nvPr/>
        </p:nvSpPr>
        <p:spPr>
          <a:xfrm>
            <a:off x="6751277" y="1641292"/>
            <a:ext cx="266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Calculando los momentos: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2A1C1C4-608F-4A0E-AAEB-71B7D5F58E8B}"/>
                  </a:ext>
                </a:extLst>
              </p:cNvPr>
              <p:cNvSpPr txBox="1"/>
              <p:nvPr/>
            </p:nvSpPr>
            <p:spPr>
              <a:xfrm>
                <a:off x="6873875" y="2332728"/>
                <a:ext cx="2155847" cy="305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sSubSup>
                        <m:sSub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2A1C1C4-608F-4A0E-AAEB-71B7D5F58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2332728"/>
                <a:ext cx="2155847" cy="305084"/>
              </a:xfrm>
              <a:prstGeom prst="rect">
                <a:avLst/>
              </a:prstGeom>
              <a:blipFill>
                <a:blip r:embed="rId9"/>
                <a:stretch>
                  <a:fillRect l="-2266" r="-567" b="-22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2C1B53-3AE4-446B-AA01-BE5AB09E2E14}"/>
                  </a:ext>
                </a:extLst>
              </p:cNvPr>
              <p:cNvSpPr txBox="1"/>
              <p:nvPr/>
            </p:nvSpPr>
            <p:spPr>
              <a:xfrm>
                <a:off x="6852650" y="2966855"/>
                <a:ext cx="46899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=1.4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𝐶𝑀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+1.7 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=1.4 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+1.7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300</m:t>
                          </m:r>
                        </m:e>
                      </m:d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2C1B53-3AE4-446B-AA01-BE5AB09E2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650" y="2966855"/>
                <a:ext cx="4689938" cy="276999"/>
              </a:xfrm>
              <a:prstGeom prst="rect">
                <a:avLst/>
              </a:prstGeom>
              <a:blipFill>
                <a:blip r:embed="rId10"/>
                <a:stretch>
                  <a:fillRect l="-260" b="-1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2FEC5F6-B63D-4CE2-9052-DE319BE1A56C}"/>
                  </a:ext>
                </a:extLst>
              </p:cNvPr>
              <p:cNvSpPr txBox="1"/>
              <p:nvPr/>
            </p:nvSpPr>
            <p:spPr>
              <a:xfrm>
                <a:off x="6873875" y="3429000"/>
                <a:ext cx="1143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=1210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2FEC5F6-B63D-4CE2-9052-DE319BE1A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3429000"/>
                <a:ext cx="1143903" cy="276999"/>
              </a:xfrm>
              <a:prstGeom prst="rect">
                <a:avLst/>
              </a:prstGeom>
              <a:blipFill>
                <a:blip r:embed="rId11"/>
                <a:stretch>
                  <a:fillRect l="-2674" r="-4813" b="-1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068FF98-D619-4E0B-9EA3-7E89F3068A8C}"/>
                  </a:ext>
                </a:extLst>
              </p:cNvPr>
              <p:cNvSpPr txBox="1"/>
              <p:nvPr/>
            </p:nvSpPr>
            <p:spPr>
              <a:xfrm>
                <a:off x="6873875" y="4044254"/>
                <a:ext cx="4958217" cy="305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0.0858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1210</m:t>
                          </m:r>
                        </m:e>
                      </m:d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</m:e>
                          </m:d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=648.86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068FF98-D619-4E0B-9EA3-7E89F3068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4044254"/>
                <a:ext cx="4958217" cy="305084"/>
              </a:xfrm>
              <a:prstGeom prst="rect">
                <a:avLst/>
              </a:prstGeom>
              <a:blipFill>
                <a:blip r:embed="rId12"/>
                <a:stretch>
                  <a:fillRect l="-738" r="-246" b="-26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5755E2CC-3B24-4F6C-97B2-D9E1C40AA3D7}"/>
                  </a:ext>
                </a:extLst>
              </p:cNvPr>
              <p:cNvSpPr txBox="1"/>
              <p:nvPr/>
            </p:nvSpPr>
            <p:spPr>
              <a:xfrm>
                <a:off x="6893348" y="4721725"/>
                <a:ext cx="3831690" cy="3050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𝑛𝑒𝑔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1210</m:t>
                          </m:r>
                        </m:e>
                      </m:d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3.5</m:t>
                              </m:r>
                            </m:e>
                          </m:d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5755E2CC-3B24-4F6C-97B2-D9E1C40AA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348" y="4721725"/>
                <a:ext cx="3831690" cy="305084"/>
              </a:xfrm>
              <a:prstGeom prst="rect">
                <a:avLst/>
              </a:prstGeom>
              <a:blipFill>
                <a:blip r:embed="rId13"/>
                <a:stretch>
                  <a:fillRect l="-1115" r="-478" b="-26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0EAF0172-0FE3-4F1E-8ABC-CEE223CD41A4}"/>
                  </a:ext>
                </a:extLst>
              </p14:cNvPr>
              <p14:cNvContentPartPr/>
              <p14:nvPr/>
            </p14:nvContentPartPr>
            <p14:xfrm>
              <a:off x="241200" y="1893240"/>
              <a:ext cx="9608760" cy="315252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0EAF0172-0FE3-4F1E-8ABC-CEE223CD41A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1840" y="1883880"/>
                <a:ext cx="9627480" cy="317124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9A37640-F8E1-425C-82EA-8BB2644C3C90}"/>
              </a:ext>
            </a:extLst>
          </p:cNvPr>
          <p:cNvCxnSpPr/>
          <p:nvPr/>
        </p:nvCxnSpPr>
        <p:spPr>
          <a:xfrm>
            <a:off x="6816725" y="5135769"/>
            <a:ext cx="0" cy="453819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D7FB73F0-AFA3-43A9-8DD7-1EFEC0CAF527}"/>
              </a:ext>
            </a:extLst>
          </p:cNvPr>
          <p:cNvCxnSpPr/>
          <p:nvPr/>
        </p:nvCxnSpPr>
        <p:spPr>
          <a:xfrm>
            <a:off x="9696450" y="5174660"/>
            <a:ext cx="0" cy="453819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orma libre: forma 15">
            <a:extLst>
              <a:ext uri="{FF2B5EF4-FFF2-40B4-BE49-F238E27FC236}">
                <a16:creationId xmlns:a16="http://schemas.microsoft.com/office/drawing/2014/main" id="{B4DA627D-4884-4F92-9B0C-7E2F057E9C20}"/>
              </a:ext>
            </a:extLst>
          </p:cNvPr>
          <p:cNvSpPr/>
          <p:nvPr/>
        </p:nvSpPr>
        <p:spPr>
          <a:xfrm>
            <a:off x="6809874" y="5173579"/>
            <a:ext cx="2875547" cy="854425"/>
          </a:xfrm>
          <a:custGeom>
            <a:avLst/>
            <a:gdLst>
              <a:gd name="connsiteX0" fmla="*/ 0 w 2875547"/>
              <a:gd name="connsiteY0" fmla="*/ 0 h 854425"/>
              <a:gd name="connsiteX1" fmla="*/ 1552073 w 2875547"/>
              <a:gd name="connsiteY1" fmla="*/ 854242 h 854425"/>
              <a:gd name="connsiteX2" fmla="*/ 2875547 w 2875547"/>
              <a:gd name="connsiteY2" fmla="*/ 60158 h 85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75547" h="854425">
                <a:moveTo>
                  <a:pt x="0" y="0"/>
                </a:moveTo>
                <a:cubicBezTo>
                  <a:pt x="536407" y="422108"/>
                  <a:pt x="1072815" y="844216"/>
                  <a:pt x="1552073" y="854242"/>
                </a:cubicBezTo>
                <a:cubicBezTo>
                  <a:pt x="2031331" y="864268"/>
                  <a:pt x="2453439" y="462213"/>
                  <a:pt x="2875547" y="60158"/>
                </a:cubicBezTo>
              </a:path>
            </a:pathLst>
          </a:cu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AEAD39D-481C-40C7-9D6E-1EE8951CB6B9}"/>
              </a:ext>
            </a:extLst>
          </p:cNvPr>
          <p:cNvCxnSpPr/>
          <p:nvPr/>
        </p:nvCxnSpPr>
        <p:spPr>
          <a:xfrm>
            <a:off x="6816725" y="5589588"/>
            <a:ext cx="28797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orma libre: forma 37">
            <a:extLst>
              <a:ext uri="{FF2B5EF4-FFF2-40B4-BE49-F238E27FC236}">
                <a16:creationId xmlns:a16="http://schemas.microsoft.com/office/drawing/2014/main" id="{18D9BE25-C280-4E05-80C3-DE12001A70E5}"/>
              </a:ext>
            </a:extLst>
          </p:cNvPr>
          <p:cNvSpPr/>
          <p:nvPr/>
        </p:nvSpPr>
        <p:spPr>
          <a:xfrm>
            <a:off x="9932284" y="5535611"/>
            <a:ext cx="2875547" cy="854425"/>
          </a:xfrm>
          <a:custGeom>
            <a:avLst/>
            <a:gdLst>
              <a:gd name="connsiteX0" fmla="*/ 0 w 2875547"/>
              <a:gd name="connsiteY0" fmla="*/ 0 h 854425"/>
              <a:gd name="connsiteX1" fmla="*/ 1552073 w 2875547"/>
              <a:gd name="connsiteY1" fmla="*/ 854242 h 854425"/>
              <a:gd name="connsiteX2" fmla="*/ 2875547 w 2875547"/>
              <a:gd name="connsiteY2" fmla="*/ 60158 h 854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75547" h="854425">
                <a:moveTo>
                  <a:pt x="0" y="0"/>
                </a:moveTo>
                <a:cubicBezTo>
                  <a:pt x="536407" y="422108"/>
                  <a:pt x="1072815" y="844216"/>
                  <a:pt x="1552073" y="854242"/>
                </a:cubicBezTo>
                <a:cubicBezTo>
                  <a:pt x="2031331" y="864268"/>
                  <a:pt x="2453439" y="462213"/>
                  <a:pt x="2875547" y="60158"/>
                </a:cubicBezTo>
              </a:path>
            </a:pathLst>
          </a:cu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BBB875B6-19D0-448D-8E67-1C4905395614}"/>
              </a:ext>
            </a:extLst>
          </p:cNvPr>
          <p:cNvCxnSpPr/>
          <p:nvPr/>
        </p:nvCxnSpPr>
        <p:spPr>
          <a:xfrm>
            <a:off x="9939135" y="5590669"/>
            <a:ext cx="287972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27749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BEF29D-B764-481C-A051-33EE168409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946" t="23737" r="26667" b="20895"/>
          <a:stretch/>
        </p:blipFill>
        <p:spPr>
          <a:xfrm>
            <a:off x="6158308" y="1920680"/>
            <a:ext cx="6195721" cy="4550115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27219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05393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4974930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4966848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405568" y="5238167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94348" y="325788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287581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587202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7FC7E57-78A9-4CF0-9F9A-63AD936D1AB9}"/>
              </a:ext>
            </a:extLst>
          </p:cNvPr>
          <p:cNvCxnSpPr/>
          <p:nvPr/>
        </p:nvCxnSpPr>
        <p:spPr>
          <a:xfrm>
            <a:off x="9696450" y="3513572"/>
            <a:ext cx="0" cy="232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70990C6-5F44-480D-BE3F-1383796BA72F}"/>
              </a:ext>
            </a:extLst>
          </p:cNvPr>
          <p:cNvCxnSpPr/>
          <p:nvPr/>
        </p:nvCxnSpPr>
        <p:spPr>
          <a:xfrm>
            <a:off x="7324725" y="6166627"/>
            <a:ext cx="1863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440017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433088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F63B21-3810-4BAB-B7A9-A5E08605BC4E}"/>
              </a:ext>
            </a:extLst>
          </p:cNvPr>
          <p:cNvSpPr txBox="1"/>
          <p:nvPr/>
        </p:nvSpPr>
        <p:spPr>
          <a:xfrm>
            <a:off x="2668489" y="3047713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5400" dirty="0">
                <a:solidFill>
                  <a:srgbClr val="FF0000"/>
                </a:solidFill>
              </a:rPr>
              <a:t>+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41BCA46-D1CF-4CA7-ABC7-C5FB509E6154}"/>
              </a:ext>
            </a:extLst>
          </p:cNvPr>
          <p:cNvCxnSpPr/>
          <p:nvPr/>
        </p:nvCxnSpPr>
        <p:spPr>
          <a:xfrm>
            <a:off x="2405568" y="3324658"/>
            <a:ext cx="105994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E07DFBA-6949-41F7-A3F7-67211F777C73}"/>
              </a:ext>
            </a:extLst>
          </p:cNvPr>
          <p:cNvSpPr txBox="1"/>
          <p:nvPr/>
        </p:nvSpPr>
        <p:spPr>
          <a:xfrm>
            <a:off x="3310394" y="3089358"/>
            <a:ext cx="529312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s-PE" sz="5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+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F94542D-73C4-4707-99EE-6F717948FDB7}"/>
              </a:ext>
            </a:extLst>
          </p:cNvPr>
          <p:cNvCxnSpPr/>
          <p:nvPr/>
        </p:nvCxnSpPr>
        <p:spPr>
          <a:xfrm flipV="1">
            <a:off x="4183964" y="2827615"/>
            <a:ext cx="0" cy="1294458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12E98C73-8C9C-4977-A004-B9AEB7248909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1EDCB30-FDCC-4CEC-80F2-37DC58EBD50D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100D13E-3BF1-425F-8F01-19AEB87D0B77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67B7F66-418E-4FF0-A7F3-A5F57F7BC6EC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67B7F66-418E-4FF0-A7F3-A5F57F7BC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blipFill>
                <a:blip r:embed="rId3"/>
                <a:stretch>
                  <a:fillRect l="-3704" r="-4115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8B53C8E0-5F42-4CF1-B8D0-FD7FE756F38E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803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8B53C8E0-5F42-4CF1-B8D0-FD7FE756F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80341" cy="298415"/>
              </a:xfrm>
              <a:prstGeom prst="rect">
                <a:avLst/>
              </a:prstGeom>
              <a:blipFill>
                <a:blip r:embed="rId4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6349D367-7DBC-4A0F-902B-A9C80918D101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6349D367-7DBC-4A0F-902B-A9C80918D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errar llave 29">
            <a:extLst>
              <a:ext uri="{FF2B5EF4-FFF2-40B4-BE49-F238E27FC236}">
                <a16:creationId xmlns:a16="http://schemas.microsoft.com/office/drawing/2014/main" id="{5BE55587-7127-4E08-A2FF-2C982C6BDF27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DCF2B1E-2BB8-48A7-925F-883E60A2079A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DCF2B1E-2BB8-48A7-925F-883E60A20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6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E116E86A-FFFF-42FB-8C0C-6392C318F4B6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E116E86A-FFFF-42FB-8C0C-6392C318F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blipFill>
                <a:blip r:embed="rId7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D792C45-5523-4D3B-8D41-0FC6AEC9EE69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80342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D792C45-5523-4D3B-8D41-0FC6AEC9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80342" cy="298415"/>
              </a:xfrm>
              <a:prstGeom prst="rect">
                <a:avLst/>
              </a:prstGeom>
              <a:blipFill>
                <a:blip r:embed="rId8"/>
                <a:stretch>
                  <a:fillRect l="-3719" r="-3719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errar llave 33">
            <a:extLst>
              <a:ext uri="{FF2B5EF4-FFF2-40B4-BE49-F238E27FC236}">
                <a16:creationId xmlns:a16="http://schemas.microsoft.com/office/drawing/2014/main" id="{7BF140FC-0C2A-4455-A5AF-9CE835C7C14D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C207706-C773-41AD-B8BB-DB9D6D455FC0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C207706-C773-41AD-B8BB-DB9D6D455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9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F47883E0-497F-43B1-8F4E-D08BF7C7C7A0}"/>
                  </a:ext>
                </a:extLst>
              </p14:cNvPr>
              <p14:cNvContentPartPr/>
              <p14:nvPr/>
            </p14:nvContentPartPr>
            <p14:xfrm>
              <a:off x="1419840" y="5438160"/>
              <a:ext cx="8153280" cy="1054080"/>
            </p14:xfrm>
          </p:contentPart>
        </mc:Choice>
        <mc:Fallback xmlns=""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F47883E0-497F-43B1-8F4E-D08BF7C7C7A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10480" y="5428800"/>
                <a:ext cx="8172000" cy="107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6117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9648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324203" y="16598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94348" y="435239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35684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65646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50928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50235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E57D350-A01E-4E7A-8F18-420A75646C47}"/>
              </a:ext>
            </a:extLst>
          </p:cNvPr>
          <p:cNvCxnSpPr/>
          <p:nvPr/>
        </p:nvCxnSpPr>
        <p:spPr>
          <a:xfrm>
            <a:off x="6456363" y="2029224"/>
            <a:ext cx="0" cy="4760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2FB49B6-1F26-4164-B9A5-4FA52F9AD402}"/>
              </a:ext>
            </a:extLst>
          </p:cNvPr>
          <p:cNvSpPr txBox="1"/>
          <p:nvPr/>
        </p:nvSpPr>
        <p:spPr>
          <a:xfrm>
            <a:off x="6751277" y="1641292"/>
            <a:ext cx="4886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Interpolando, para el momento en la dirección “a” (longitud menor):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E6522E1-9375-4229-B713-9410CA01F3C4}"/>
                  </a:ext>
                </a:extLst>
              </p:cNvPr>
              <p:cNvSpPr txBox="1"/>
              <p:nvPr/>
            </p:nvSpPr>
            <p:spPr>
              <a:xfrm>
                <a:off x="6829570" y="2417378"/>
                <a:ext cx="152163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E6522E1-9375-4229-B713-9410CA01F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570" y="2417378"/>
                <a:ext cx="1521635" cy="298415"/>
              </a:xfrm>
              <a:prstGeom prst="rect">
                <a:avLst/>
              </a:prstGeom>
              <a:blipFill>
                <a:blip r:embed="rId3"/>
                <a:stretch>
                  <a:fillRect l="-3200" r="-3600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E4EA2ED-57C8-4745-9346-9E951DEFEA7D}"/>
                  </a:ext>
                </a:extLst>
              </p:cNvPr>
              <p:cNvSpPr txBox="1"/>
              <p:nvPr/>
            </p:nvSpPr>
            <p:spPr>
              <a:xfrm>
                <a:off x="6853297" y="3302883"/>
                <a:ext cx="152163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E4EA2ED-57C8-4745-9346-9E951DEFE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97" y="3302883"/>
                <a:ext cx="1521635" cy="298415"/>
              </a:xfrm>
              <a:prstGeom prst="rect">
                <a:avLst/>
              </a:prstGeom>
              <a:blipFill>
                <a:blip r:embed="rId4"/>
                <a:stretch>
                  <a:fillRect l="-3200" r="-3600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B06ED69-1122-4C26-8AFE-F697A5F28380}"/>
                  </a:ext>
                </a:extLst>
              </p:cNvPr>
              <p:cNvSpPr txBox="1"/>
              <p:nvPr/>
            </p:nvSpPr>
            <p:spPr>
              <a:xfrm>
                <a:off x="9046468" y="2384123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B06ED69-1122-4C26-8AFE-F697A5F28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468" y="2384123"/>
                <a:ext cx="1036309" cy="276999"/>
              </a:xfrm>
              <a:prstGeom prst="rect">
                <a:avLst/>
              </a:prstGeom>
              <a:blipFill>
                <a:blip r:embed="rId5"/>
                <a:stretch>
                  <a:fillRect r="-4706" b="-652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BB08B0F-9113-49DF-88C5-AC29BC44BD33}"/>
                  </a:ext>
                </a:extLst>
              </p:cNvPr>
              <p:cNvSpPr txBox="1"/>
              <p:nvPr/>
            </p:nvSpPr>
            <p:spPr>
              <a:xfrm>
                <a:off x="9046463" y="3270822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BB08B0F-9113-49DF-88C5-AC29BC44B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463" y="3270822"/>
                <a:ext cx="1036309" cy="276999"/>
              </a:xfrm>
              <a:prstGeom prst="rect">
                <a:avLst/>
              </a:prstGeom>
              <a:blipFill>
                <a:blip r:embed="rId6"/>
                <a:stretch>
                  <a:fillRect r="-5294" b="-888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8203740-135E-49B2-8FC1-C35E93A8CFF4}"/>
                  </a:ext>
                </a:extLst>
              </p:cNvPr>
              <p:cNvSpPr txBox="1"/>
              <p:nvPr/>
            </p:nvSpPr>
            <p:spPr>
              <a:xfrm>
                <a:off x="9043380" y="2826331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8203740-135E-49B2-8FC1-C35E93A8C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380" y="2826331"/>
                <a:ext cx="1036309" cy="276999"/>
              </a:xfrm>
              <a:prstGeom prst="rect">
                <a:avLst/>
              </a:prstGeom>
              <a:blipFill>
                <a:blip r:embed="rId7"/>
                <a:stretch>
                  <a:fillRect r="-5294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FF11F67-F7F4-447F-8E50-3DE53A26A416}"/>
                  </a:ext>
                </a:extLst>
              </p:cNvPr>
              <p:cNvSpPr txBox="1"/>
              <p:nvPr/>
            </p:nvSpPr>
            <p:spPr>
              <a:xfrm>
                <a:off x="6853297" y="2826331"/>
                <a:ext cx="1045543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FF11F67-F7F4-447F-8E50-3DE53A26A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97" y="2826331"/>
                <a:ext cx="1045543" cy="298415"/>
              </a:xfrm>
              <a:prstGeom prst="rect">
                <a:avLst/>
              </a:prstGeom>
              <a:blipFill>
                <a:blip r:embed="rId8"/>
                <a:stretch>
                  <a:fillRect l="-4651" r="-4651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782D62C-45B0-4DCF-A986-7B600389B1C8}"/>
                  </a:ext>
                </a:extLst>
              </p:cNvPr>
              <p:cNvSpPr txBox="1"/>
              <p:nvPr/>
            </p:nvSpPr>
            <p:spPr>
              <a:xfrm>
                <a:off x="6852163" y="4061496"/>
                <a:ext cx="3348737" cy="533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0.033−0.035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0.75−0.70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−0.035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0.71−0.70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782D62C-45B0-4DCF-A986-7B600389B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163" y="4061496"/>
                <a:ext cx="3348737" cy="5330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375A60-8C63-452A-96CD-C56A333E9BCF}"/>
                  </a:ext>
                </a:extLst>
              </p:cNvPr>
              <p:cNvSpPr txBox="1"/>
              <p:nvPr/>
            </p:nvSpPr>
            <p:spPr>
              <a:xfrm>
                <a:off x="6852163" y="4947001"/>
                <a:ext cx="5014321" cy="533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−0.002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−0.035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0.01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=0.0346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375A60-8C63-452A-96CD-C56A333E9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163" y="4947001"/>
                <a:ext cx="5014321" cy="5330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C5722C79-1560-4AEA-B4D2-11806D3A3B73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C5722C79-1560-4AEA-B4D2-11806D3A3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blipFill>
                <a:blip r:embed="rId11"/>
                <a:stretch>
                  <a:fillRect l="-3704" r="-4115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95DE9939-345D-465B-A24A-5FCE926522F6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803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95DE9939-345D-465B-A24A-5FCE92652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80341" cy="298415"/>
              </a:xfrm>
              <a:prstGeom prst="rect">
                <a:avLst/>
              </a:prstGeom>
              <a:blipFill>
                <a:blip r:embed="rId12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errar llave 41">
            <a:extLst>
              <a:ext uri="{FF2B5EF4-FFF2-40B4-BE49-F238E27FC236}">
                <a16:creationId xmlns:a16="http://schemas.microsoft.com/office/drawing/2014/main" id="{2D36AB74-6E99-4144-9FF6-C9405707F1BC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1DF456D-4ADC-4906-A534-68BF87378C8F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1DF456D-4ADC-4906-A534-68BF87378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13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28FAF629-ECC0-4F14-82D2-5F217EE07AB4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28FAF629-ECC0-4F14-82D2-5F217EE07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blipFill>
                <a:blip r:embed="rId14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743F73AA-61C8-494C-9181-C5DF2CAC6A18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80342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743F73AA-61C8-494C-9181-C5DF2CAC6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80342" cy="298415"/>
              </a:xfrm>
              <a:prstGeom prst="rect">
                <a:avLst/>
              </a:prstGeom>
              <a:blipFill>
                <a:blip r:embed="rId15"/>
                <a:stretch>
                  <a:fillRect l="-3719" r="-3719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errar llave 45">
            <a:extLst>
              <a:ext uri="{FF2B5EF4-FFF2-40B4-BE49-F238E27FC236}">
                <a16:creationId xmlns:a16="http://schemas.microsoft.com/office/drawing/2014/main" id="{F7FB53E1-9BD5-4CD0-8241-85AF915C432D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48D22A23-D03D-4FCF-B898-7F51109B8B1E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48D22A23-D03D-4FCF-B898-7F51109B8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16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25BE71EE-1E92-48AE-8F9A-A9D37288D7A8}"/>
                  </a:ext>
                </a:extLst>
              </p:cNvPr>
              <p:cNvSpPr txBox="1"/>
              <p:nvPr/>
            </p:nvSpPr>
            <p:spPr>
              <a:xfrm>
                <a:off x="6899318" y="5851383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25BE71EE-1E92-48AE-8F9A-A9D37288D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318" y="5851383"/>
                <a:ext cx="1036309" cy="276999"/>
              </a:xfrm>
              <a:prstGeom prst="rect">
                <a:avLst/>
              </a:prstGeom>
              <a:blipFill>
                <a:blip r:embed="rId17"/>
                <a:stretch>
                  <a:fillRect r="-470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CD337F0-F047-4137-B53E-BE8DC09A2B53}"/>
              </a:ext>
            </a:extLst>
          </p:cNvPr>
          <p:cNvCxnSpPr/>
          <p:nvPr/>
        </p:nvCxnSpPr>
        <p:spPr>
          <a:xfrm>
            <a:off x="10908520" y="3599067"/>
            <a:ext cx="29321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83C1252-3F31-4E78-9AE6-00083E262084}"/>
              </a:ext>
            </a:extLst>
          </p:cNvPr>
          <p:cNvCxnSpPr/>
          <p:nvPr/>
        </p:nvCxnSpPr>
        <p:spPr>
          <a:xfrm flipV="1">
            <a:off x="11353800" y="2924719"/>
            <a:ext cx="0" cy="664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B37F8D19-37BB-4FE0-9B7E-882B905F7A3F}"/>
              </a:ext>
            </a:extLst>
          </p:cNvPr>
          <p:cNvCxnSpPr/>
          <p:nvPr/>
        </p:nvCxnSpPr>
        <p:spPr>
          <a:xfrm flipV="1">
            <a:off x="13249275" y="330288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94A4679-D994-4622-A394-A695F7D9F60B}"/>
              </a:ext>
            </a:extLst>
          </p:cNvPr>
          <p:cNvCxnSpPr/>
          <p:nvPr/>
        </p:nvCxnSpPr>
        <p:spPr>
          <a:xfrm flipV="1">
            <a:off x="11645611" y="2981348"/>
            <a:ext cx="0" cy="61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2790CA7-E0F3-4785-9013-4817C637B17F}"/>
              </a:ext>
            </a:extLst>
          </p:cNvPr>
          <p:cNvCxnSpPr>
            <a:cxnSpLocks/>
          </p:cNvCxnSpPr>
          <p:nvPr/>
        </p:nvCxnSpPr>
        <p:spPr>
          <a:xfrm>
            <a:off x="10965031" y="2826331"/>
            <a:ext cx="2665244" cy="568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9793813C-E089-4B39-894A-A7A048247AA7}"/>
              </a:ext>
            </a:extLst>
          </p:cNvPr>
          <p:cNvSpPr txBox="1"/>
          <p:nvPr/>
        </p:nvSpPr>
        <p:spPr>
          <a:xfrm>
            <a:off x="11117263" y="360469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0.7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B27F901-DAF9-4D9B-BC64-C25400B93B56}"/>
              </a:ext>
            </a:extLst>
          </p:cNvPr>
          <p:cNvSpPr txBox="1"/>
          <p:nvPr/>
        </p:nvSpPr>
        <p:spPr>
          <a:xfrm>
            <a:off x="13035831" y="3600198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0.75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4E1D736-D908-441F-96C6-26CE3CBC2596}"/>
              </a:ext>
            </a:extLst>
          </p:cNvPr>
          <p:cNvSpPr txBox="1"/>
          <p:nvPr/>
        </p:nvSpPr>
        <p:spPr>
          <a:xfrm>
            <a:off x="11496675" y="362278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0.71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545D0A9-78F7-4FE8-8C88-E3292E4A899E}"/>
              </a:ext>
            </a:extLst>
          </p:cNvPr>
          <p:cNvSpPr txBox="1"/>
          <p:nvPr/>
        </p:nvSpPr>
        <p:spPr>
          <a:xfrm>
            <a:off x="11161406" y="256944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0.35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D1CE2B2D-7705-4170-9DCD-641FE420827D}"/>
              </a:ext>
            </a:extLst>
          </p:cNvPr>
          <p:cNvSpPr txBox="1"/>
          <p:nvPr/>
        </p:nvSpPr>
        <p:spPr>
          <a:xfrm>
            <a:off x="13065069" y="297708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0.33</a:t>
            </a:r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81EC7C9-AB4B-44CC-ADCA-B9B6E69382A6}"/>
              </a:ext>
            </a:extLst>
          </p:cNvPr>
          <p:cNvCxnSpPr>
            <a:cxnSpLocks/>
          </p:cNvCxnSpPr>
          <p:nvPr/>
        </p:nvCxnSpPr>
        <p:spPr>
          <a:xfrm>
            <a:off x="11117263" y="2754106"/>
            <a:ext cx="0" cy="502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F22B71F9-5BC4-4813-B8BF-3CF1F6552BDB}"/>
              </a:ext>
            </a:extLst>
          </p:cNvPr>
          <p:cNvCxnSpPr>
            <a:cxnSpLocks/>
          </p:cNvCxnSpPr>
          <p:nvPr/>
        </p:nvCxnSpPr>
        <p:spPr>
          <a:xfrm flipV="1">
            <a:off x="11756773" y="2768471"/>
            <a:ext cx="0" cy="4215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A995321C-1713-45DF-926C-D611525C3601}"/>
              </a:ext>
            </a:extLst>
          </p:cNvPr>
          <p:cNvCxnSpPr/>
          <p:nvPr/>
        </p:nvCxnSpPr>
        <p:spPr>
          <a:xfrm>
            <a:off x="10908520" y="2855450"/>
            <a:ext cx="1283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B1B70EB9-9DFE-4180-BF73-6697DD09CD67}"/>
              </a:ext>
            </a:extLst>
          </p:cNvPr>
          <p:cNvCxnSpPr/>
          <p:nvPr/>
        </p:nvCxnSpPr>
        <p:spPr>
          <a:xfrm>
            <a:off x="10908520" y="2924719"/>
            <a:ext cx="1283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9565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9648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324203" y="16598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94348" y="435239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35684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65646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50928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50235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E57D350-A01E-4E7A-8F18-420A75646C47}"/>
              </a:ext>
            </a:extLst>
          </p:cNvPr>
          <p:cNvCxnSpPr/>
          <p:nvPr/>
        </p:nvCxnSpPr>
        <p:spPr>
          <a:xfrm>
            <a:off x="6456363" y="2029224"/>
            <a:ext cx="0" cy="4760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2FB49B6-1F26-4164-B9A5-4FA52F9AD402}"/>
              </a:ext>
            </a:extLst>
          </p:cNvPr>
          <p:cNvSpPr txBox="1"/>
          <p:nvPr/>
        </p:nvSpPr>
        <p:spPr>
          <a:xfrm>
            <a:off x="6751277" y="1641292"/>
            <a:ext cx="4390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Calculando los momentos, por carga muerta: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2A1C1C4-608F-4A0E-AAEB-71B7D5F58E8B}"/>
                  </a:ext>
                </a:extLst>
              </p:cNvPr>
              <p:cNvSpPr txBox="1"/>
              <p:nvPr/>
            </p:nvSpPr>
            <p:spPr>
              <a:xfrm>
                <a:off x="6873875" y="2332728"/>
                <a:ext cx="2296141" cy="303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Sup>
                        <m:sSub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2A1C1C4-608F-4A0E-AAEB-71B7D5F58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2332728"/>
                <a:ext cx="2296141" cy="303929"/>
              </a:xfrm>
              <a:prstGeom prst="rect">
                <a:avLst/>
              </a:prstGeom>
              <a:blipFill>
                <a:blip r:embed="rId2"/>
                <a:stretch>
                  <a:fillRect l="-2128" r="-532" b="-20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2C1B53-3AE4-446B-AA01-BE5AB09E2E14}"/>
                  </a:ext>
                </a:extLst>
              </p:cNvPr>
              <p:cNvSpPr txBox="1"/>
              <p:nvPr/>
            </p:nvSpPr>
            <p:spPr>
              <a:xfrm>
                <a:off x="6852650" y="2966855"/>
                <a:ext cx="25610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=1.4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𝐶𝑀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=1.4 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e>
                      </m:d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2C1B53-3AE4-446B-AA01-BE5AB09E2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650" y="2966855"/>
                <a:ext cx="2561021" cy="276999"/>
              </a:xfrm>
              <a:prstGeom prst="rect">
                <a:avLst/>
              </a:prstGeom>
              <a:blipFill>
                <a:blip r:embed="rId3"/>
                <a:stretch>
                  <a:fillRect l="-952" b="-1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2FEC5F6-B63D-4CE2-9052-DE319BE1A56C}"/>
                  </a:ext>
                </a:extLst>
              </p:cNvPr>
              <p:cNvSpPr txBox="1"/>
              <p:nvPr/>
            </p:nvSpPr>
            <p:spPr>
              <a:xfrm>
                <a:off x="6873875" y="3429000"/>
                <a:ext cx="10156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=700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2FEC5F6-B63D-4CE2-9052-DE319BE1A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3429000"/>
                <a:ext cx="1015663" cy="276999"/>
              </a:xfrm>
              <a:prstGeom prst="rect">
                <a:avLst/>
              </a:prstGeom>
              <a:blipFill>
                <a:blip r:embed="rId4"/>
                <a:stretch>
                  <a:fillRect l="-3012" r="-5422" b="-1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068FF98-D619-4E0B-9EA3-7E89F3068A8C}"/>
                  </a:ext>
                </a:extLst>
              </p:cNvPr>
              <p:cNvSpPr txBox="1"/>
              <p:nvPr/>
            </p:nvSpPr>
            <p:spPr>
              <a:xfrm>
                <a:off x="6873875" y="4044254"/>
                <a:ext cx="4806509" cy="303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0.0346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700</m:t>
                          </m:r>
                        </m:e>
                      </m:d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</m:e>
                          </m:d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=151.38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068FF98-D619-4E0B-9EA3-7E89F3068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4044254"/>
                <a:ext cx="4806509" cy="303929"/>
              </a:xfrm>
              <a:prstGeom prst="rect">
                <a:avLst/>
              </a:prstGeom>
              <a:blipFill>
                <a:blip r:embed="rId5"/>
                <a:stretch>
                  <a:fillRect l="-761" r="-254" b="-26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A1016BE-4C54-42B1-BDA9-1F074053F4A8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D33AEC38-BC25-4622-93B3-4D66AF48FCED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C9CDE40-5576-434E-AF3A-D2DF7915DAB9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C9CDE40-5576-434E-AF3A-D2DF7915D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9AE2709-AACC-4FDB-AC9D-AE5592AB2FAC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9AE2709-AACC-4FDB-AC9D-AE5592AB2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blipFill>
                <a:blip r:embed="rId7"/>
                <a:stretch>
                  <a:fillRect l="-3704" r="-4115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13CFC4E-296D-4A8D-A732-0EB65101693F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803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13CFC4E-296D-4A8D-A732-0EB651016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80341" cy="298415"/>
              </a:xfrm>
              <a:prstGeom prst="rect">
                <a:avLst/>
              </a:prstGeom>
              <a:blipFill>
                <a:blip r:embed="rId8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Cerrar llave 37">
            <a:extLst>
              <a:ext uri="{FF2B5EF4-FFF2-40B4-BE49-F238E27FC236}">
                <a16:creationId xmlns:a16="http://schemas.microsoft.com/office/drawing/2014/main" id="{C10AF3C4-8A60-4280-8118-7D39A1A55261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B29FEBA6-A756-4B72-942B-292EA72E38F3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B29FEBA6-A756-4B72-942B-292EA72E3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9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0E2A13F4-4451-4D36-937F-DCD70193160A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0E2A13F4-4451-4D36-937F-DCD701931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blipFill>
                <a:blip r:embed="rId10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93FBF8A9-F838-44B1-BE6B-118AEBCF432F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80342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93FBF8A9-F838-44B1-BE6B-118AEBCF4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80342" cy="298415"/>
              </a:xfrm>
              <a:prstGeom prst="rect">
                <a:avLst/>
              </a:prstGeom>
              <a:blipFill>
                <a:blip r:embed="rId11"/>
                <a:stretch>
                  <a:fillRect l="-3719" r="-3719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Cerrar llave 44">
            <a:extLst>
              <a:ext uri="{FF2B5EF4-FFF2-40B4-BE49-F238E27FC236}">
                <a16:creationId xmlns:a16="http://schemas.microsoft.com/office/drawing/2014/main" id="{DA84B3F2-3F0F-4812-8790-5A9683486E8E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54A7E207-1F00-4536-8AFC-4887C444C9C7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54A7E207-1F00-4536-8AFC-4887C444C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12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13065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9648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324203" y="16598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94348" y="435239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35684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65646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50928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50235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E57D350-A01E-4E7A-8F18-420A75646C47}"/>
              </a:ext>
            </a:extLst>
          </p:cNvPr>
          <p:cNvCxnSpPr/>
          <p:nvPr/>
        </p:nvCxnSpPr>
        <p:spPr>
          <a:xfrm>
            <a:off x="6456363" y="2029224"/>
            <a:ext cx="0" cy="4760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2FB49B6-1F26-4164-B9A5-4FA52F9AD402}"/>
              </a:ext>
            </a:extLst>
          </p:cNvPr>
          <p:cNvSpPr txBox="1"/>
          <p:nvPr/>
        </p:nvSpPr>
        <p:spPr>
          <a:xfrm>
            <a:off x="6751277" y="1641292"/>
            <a:ext cx="1467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Interpolando: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E6522E1-9375-4229-B713-9410CA01F3C4}"/>
                  </a:ext>
                </a:extLst>
              </p:cNvPr>
              <p:cNvSpPr txBox="1"/>
              <p:nvPr/>
            </p:nvSpPr>
            <p:spPr>
              <a:xfrm>
                <a:off x="6829570" y="2181843"/>
                <a:ext cx="1517210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E6522E1-9375-4229-B713-9410CA01F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570" y="2181843"/>
                <a:ext cx="1517210" cy="298415"/>
              </a:xfrm>
              <a:prstGeom prst="rect">
                <a:avLst/>
              </a:prstGeom>
              <a:blipFill>
                <a:blip r:embed="rId3"/>
                <a:stretch>
                  <a:fillRect l="-3213" r="-361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E4EA2ED-57C8-4745-9346-9E951DEFEA7D}"/>
                  </a:ext>
                </a:extLst>
              </p:cNvPr>
              <p:cNvSpPr txBox="1"/>
              <p:nvPr/>
            </p:nvSpPr>
            <p:spPr>
              <a:xfrm>
                <a:off x="6853297" y="3067348"/>
                <a:ext cx="1517210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E4EA2ED-57C8-4745-9346-9E951DEFE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97" y="3067348"/>
                <a:ext cx="1517210" cy="298415"/>
              </a:xfrm>
              <a:prstGeom prst="rect">
                <a:avLst/>
              </a:prstGeom>
              <a:blipFill>
                <a:blip r:embed="rId4"/>
                <a:stretch>
                  <a:fillRect l="-3213" r="-361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B06ED69-1122-4C26-8AFE-F697A5F28380}"/>
                  </a:ext>
                </a:extLst>
              </p:cNvPr>
              <p:cNvSpPr txBox="1"/>
              <p:nvPr/>
            </p:nvSpPr>
            <p:spPr>
              <a:xfrm>
                <a:off x="9046468" y="2148588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B06ED69-1122-4C26-8AFE-F697A5F28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468" y="2148588"/>
                <a:ext cx="1036309" cy="276999"/>
              </a:xfrm>
              <a:prstGeom prst="rect">
                <a:avLst/>
              </a:prstGeom>
              <a:blipFill>
                <a:blip r:embed="rId5"/>
                <a:stretch>
                  <a:fillRect r="-4706" b="-652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BB08B0F-9113-49DF-88C5-AC29BC44BD33}"/>
                  </a:ext>
                </a:extLst>
              </p:cNvPr>
              <p:cNvSpPr txBox="1"/>
              <p:nvPr/>
            </p:nvSpPr>
            <p:spPr>
              <a:xfrm>
                <a:off x="9046463" y="3035287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BB08B0F-9113-49DF-88C5-AC29BC44B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463" y="3035287"/>
                <a:ext cx="1036309" cy="276999"/>
              </a:xfrm>
              <a:prstGeom prst="rect">
                <a:avLst/>
              </a:prstGeom>
              <a:blipFill>
                <a:blip r:embed="rId6"/>
                <a:stretch>
                  <a:fillRect r="-5294" b="-888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8203740-135E-49B2-8FC1-C35E93A8CFF4}"/>
                  </a:ext>
                </a:extLst>
              </p:cNvPr>
              <p:cNvSpPr txBox="1"/>
              <p:nvPr/>
            </p:nvSpPr>
            <p:spPr>
              <a:xfrm>
                <a:off x="9043380" y="2590796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8203740-135E-49B2-8FC1-C35E93A8C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380" y="2590796"/>
                <a:ext cx="1036309" cy="276999"/>
              </a:xfrm>
              <a:prstGeom prst="rect">
                <a:avLst/>
              </a:prstGeom>
              <a:blipFill>
                <a:blip r:embed="rId7"/>
                <a:stretch>
                  <a:fillRect r="-5294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FF11F67-F7F4-447F-8E50-3DE53A26A416}"/>
                  </a:ext>
                </a:extLst>
              </p:cNvPr>
              <p:cNvSpPr txBox="1"/>
              <p:nvPr/>
            </p:nvSpPr>
            <p:spPr>
              <a:xfrm>
                <a:off x="6853297" y="2590796"/>
                <a:ext cx="104111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FF11F67-F7F4-447F-8E50-3DE53A26A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97" y="2590796"/>
                <a:ext cx="1041119" cy="298415"/>
              </a:xfrm>
              <a:prstGeom prst="rect">
                <a:avLst/>
              </a:prstGeom>
              <a:blipFill>
                <a:blip r:embed="rId8"/>
                <a:stretch>
                  <a:fillRect l="-4678" r="-5263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782D62C-45B0-4DCF-A986-7B600389B1C8}"/>
                  </a:ext>
                </a:extLst>
              </p:cNvPr>
              <p:cNvSpPr txBox="1"/>
              <p:nvPr/>
            </p:nvSpPr>
            <p:spPr>
              <a:xfrm>
                <a:off x="6852163" y="3825961"/>
                <a:ext cx="3344313" cy="533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0.007−0.005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0.75−0.70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−0.005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0.71−0.070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782D62C-45B0-4DCF-A986-7B600389B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163" y="3825961"/>
                <a:ext cx="3344313" cy="5330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375A60-8C63-452A-96CD-C56A333E9BCF}"/>
                  </a:ext>
                </a:extLst>
              </p:cNvPr>
              <p:cNvSpPr txBox="1"/>
              <p:nvPr/>
            </p:nvSpPr>
            <p:spPr>
              <a:xfrm>
                <a:off x="6852163" y="4711466"/>
                <a:ext cx="4729756" cy="533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0.002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−0.005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0.01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=0.0034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375A60-8C63-452A-96CD-C56A333E9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163" y="4711466"/>
                <a:ext cx="4729756" cy="5330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C5722C79-1560-4AEA-B4D2-11806D3A3B73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C5722C79-1560-4AEA-B4D2-11806D3A3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blipFill>
                <a:blip r:embed="rId11"/>
                <a:stretch>
                  <a:fillRect l="-3704" r="-4115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95DE9939-345D-465B-A24A-5FCE926522F6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803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95DE9939-345D-465B-A24A-5FCE92652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80341" cy="298415"/>
              </a:xfrm>
              <a:prstGeom prst="rect">
                <a:avLst/>
              </a:prstGeom>
              <a:blipFill>
                <a:blip r:embed="rId12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Cerrar llave 41">
            <a:extLst>
              <a:ext uri="{FF2B5EF4-FFF2-40B4-BE49-F238E27FC236}">
                <a16:creationId xmlns:a16="http://schemas.microsoft.com/office/drawing/2014/main" id="{2D36AB74-6E99-4144-9FF6-C9405707F1BC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1DF456D-4ADC-4906-A534-68BF87378C8F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91DF456D-4ADC-4906-A534-68BF87378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13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28FAF629-ECC0-4F14-82D2-5F217EE07AB4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28FAF629-ECC0-4F14-82D2-5F217EE07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blipFill>
                <a:blip r:embed="rId14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743F73AA-61C8-494C-9181-C5DF2CAC6A18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80342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743F73AA-61C8-494C-9181-C5DF2CAC6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80342" cy="298415"/>
              </a:xfrm>
              <a:prstGeom prst="rect">
                <a:avLst/>
              </a:prstGeom>
              <a:blipFill>
                <a:blip r:embed="rId15"/>
                <a:stretch>
                  <a:fillRect l="-3719" r="-3719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Cerrar llave 45">
            <a:extLst>
              <a:ext uri="{FF2B5EF4-FFF2-40B4-BE49-F238E27FC236}">
                <a16:creationId xmlns:a16="http://schemas.microsoft.com/office/drawing/2014/main" id="{F7FB53E1-9BD5-4CD0-8241-85AF915C432D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48D22A23-D03D-4FCF-B898-7F51109B8B1E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48D22A23-D03D-4FCF-B898-7F51109B8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16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46A6D8AE-ABE9-4E4F-A924-02FFED10E08D}"/>
                  </a:ext>
                </a:extLst>
              </p:cNvPr>
              <p:cNvSpPr txBox="1"/>
              <p:nvPr/>
            </p:nvSpPr>
            <p:spPr>
              <a:xfrm>
                <a:off x="6855701" y="5684699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46A6D8AE-ABE9-4E4F-A924-02FFED10E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701" y="5684699"/>
                <a:ext cx="1036309" cy="276999"/>
              </a:xfrm>
              <a:prstGeom prst="rect">
                <a:avLst/>
              </a:prstGeom>
              <a:blipFill>
                <a:blip r:embed="rId17"/>
                <a:stretch>
                  <a:fillRect r="-470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45821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9648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324203" y="16598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94348" y="435239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35684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65646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50928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50235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E57D350-A01E-4E7A-8F18-420A75646C47}"/>
              </a:ext>
            </a:extLst>
          </p:cNvPr>
          <p:cNvCxnSpPr/>
          <p:nvPr/>
        </p:nvCxnSpPr>
        <p:spPr>
          <a:xfrm>
            <a:off x="6456363" y="2029224"/>
            <a:ext cx="0" cy="4760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2FB49B6-1F26-4164-B9A5-4FA52F9AD402}"/>
              </a:ext>
            </a:extLst>
          </p:cNvPr>
          <p:cNvSpPr txBox="1"/>
          <p:nvPr/>
        </p:nvSpPr>
        <p:spPr>
          <a:xfrm>
            <a:off x="6751277" y="1641292"/>
            <a:ext cx="4390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Calculando los momentos, por carga muerta: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2A1C1C4-608F-4A0E-AAEB-71B7D5F58E8B}"/>
                  </a:ext>
                </a:extLst>
              </p:cNvPr>
              <p:cNvSpPr txBox="1"/>
              <p:nvPr/>
            </p:nvSpPr>
            <p:spPr>
              <a:xfrm>
                <a:off x="6873875" y="2332728"/>
                <a:ext cx="2282869" cy="311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Sup>
                        <m:sSub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2A1C1C4-608F-4A0E-AAEB-71B7D5F58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2332728"/>
                <a:ext cx="2282869" cy="311175"/>
              </a:xfrm>
              <a:prstGeom prst="rect">
                <a:avLst/>
              </a:prstGeom>
              <a:blipFill>
                <a:blip r:embed="rId2"/>
                <a:stretch>
                  <a:fillRect l="-2139" r="-802" b="-196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2C1B53-3AE4-446B-AA01-BE5AB09E2E14}"/>
                  </a:ext>
                </a:extLst>
              </p:cNvPr>
              <p:cNvSpPr txBox="1"/>
              <p:nvPr/>
            </p:nvSpPr>
            <p:spPr>
              <a:xfrm>
                <a:off x="6852650" y="2966855"/>
                <a:ext cx="25610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=1.4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𝐶𝑀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=1.4 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e>
                      </m:d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2C1B53-3AE4-446B-AA01-BE5AB09E2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650" y="2966855"/>
                <a:ext cx="2561021" cy="276999"/>
              </a:xfrm>
              <a:prstGeom prst="rect">
                <a:avLst/>
              </a:prstGeom>
              <a:blipFill>
                <a:blip r:embed="rId3"/>
                <a:stretch>
                  <a:fillRect l="-952" b="-1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2FEC5F6-B63D-4CE2-9052-DE319BE1A56C}"/>
                  </a:ext>
                </a:extLst>
              </p:cNvPr>
              <p:cNvSpPr txBox="1"/>
              <p:nvPr/>
            </p:nvSpPr>
            <p:spPr>
              <a:xfrm>
                <a:off x="6873875" y="3429000"/>
                <a:ext cx="10156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=700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2FEC5F6-B63D-4CE2-9052-DE319BE1A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3429000"/>
                <a:ext cx="1015663" cy="276999"/>
              </a:xfrm>
              <a:prstGeom prst="rect">
                <a:avLst/>
              </a:prstGeom>
              <a:blipFill>
                <a:blip r:embed="rId4"/>
                <a:stretch>
                  <a:fillRect l="-3012" r="-5422" b="-1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068FF98-D619-4E0B-9EA3-7E89F3068A8C}"/>
                  </a:ext>
                </a:extLst>
              </p:cNvPr>
              <p:cNvSpPr txBox="1"/>
              <p:nvPr/>
            </p:nvSpPr>
            <p:spPr>
              <a:xfrm>
                <a:off x="6873875" y="4044254"/>
                <a:ext cx="4673844" cy="303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0.0034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700</m:t>
                          </m:r>
                        </m:e>
                      </m:d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3.5</m:t>
                              </m:r>
                            </m:e>
                          </m:d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=29.16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068FF98-D619-4E0B-9EA3-7E89F3068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4044254"/>
                <a:ext cx="4673844" cy="303929"/>
              </a:xfrm>
              <a:prstGeom prst="rect">
                <a:avLst/>
              </a:prstGeom>
              <a:blipFill>
                <a:blip r:embed="rId5"/>
                <a:stretch>
                  <a:fillRect l="-783" r="-392" b="-26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A1016BE-4C54-42B1-BDA9-1F074053F4A8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D33AEC38-BC25-4622-93B3-4D66AF48FCED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C9CDE40-5576-434E-AF3A-D2DF7915DAB9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C9CDE40-5576-434E-AF3A-D2DF7915D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9AE2709-AACC-4FDB-AC9D-AE5592AB2FAC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9AE2709-AACC-4FDB-AC9D-AE5592AB2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blipFill>
                <a:blip r:embed="rId7"/>
                <a:stretch>
                  <a:fillRect l="-3704" r="-4115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13CFC4E-296D-4A8D-A732-0EB65101693F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803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E13CFC4E-296D-4A8D-A732-0EB651016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80341" cy="298415"/>
              </a:xfrm>
              <a:prstGeom prst="rect">
                <a:avLst/>
              </a:prstGeom>
              <a:blipFill>
                <a:blip r:embed="rId8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Cerrar llave 37">
            <a:extLst>
              <a:ext uri="{FF2B5EF4-FFF2-40B4-BE49-F238E27FC236}">
                <a16:creationId xmlns:a16="http://schemas.microsoft.com/office/drawing/2014/main" id="{C10AF3C4-8A60-4280-8118-7D39A1A55261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B29FEBA6-A756-4B72-942B-292EA72E38F3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B29FEBA6-A756-4B72-942B-292EA72E3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9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0E2A13F4-4451-4D36-937F-DCD70193160A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=0.033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0E2A13F4-4451-4D36-937F-DCD701931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blipFill>
                <a:blip r:embed="rId10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93FBF8A9-F838-44B1-BE6B-118AEBCF432F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80342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=0.007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93FBF8A9-F838-44B1-BE6B-118AEBCF4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80342" cy="298415"/>
              </a:xfrm>
              <a:prstGeom prst="rect">
                <a:avLst/>
              </a:prstGeom>
              <a:blipFill>
                <a:blip r:embed="rId11"/>
                <a:stretch>
                  <a:fillRect l="-3719" r="-3719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Cerrar llave 44">
            <a:extLst>
              <a:ext uri="{FF2B5EF4-FFF2-40B4-BE49-F238E27FC236}">
                <a16:creationId xmlns:a16="http://schemas.microsoft.com/office/drawing/2014/main" id="{DA84B3F2-3F0F-4812-8790-5A9683486E8E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54A7E207-1F00-4536-8AFC-4887C444C9C7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54A7E207-1F00-4536-8AFC-4887C444C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12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573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DD96EFD-069D-484F-9B5F-32CD901313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32" t="24533" r="26381" b="10852"/>
          <a:stretch/>
        </p:blipFill>
        <p:spPr>
          <a:xfrm>
            <a:off x="6308005" y="2436952"/>
            <a:ext cx="5167890" cy="4429130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27219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05393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4974930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4966848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405568" y="5238167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94348" y="325788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287581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587202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27FC7E57-78A9-4CF0-9F9A-63AD936D1AB9}"/>
              </a:ext>
            </a:extLst>
          </p:cNvPr>
          <p:cNvCxnSpPr/>
          <p:nvPr/>
        </p:nvCxnSpPr>
        <p:spPr>
          <a:xfrm>
            <a:off x="9210675" y="3513572"/>
            <a:ext cx="0" cy="2329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970990C6-5F44-480D-BE3F-1383796BA72F}"/>
              </a:ext>
            </a:extLst>
          </p:cNvPr>
          <p:cNvCxnSpPr/>
          <p:nvPr/>
        </p:nvCxnSpPr>
        <p:spPr>
          <a:xfrm>
            <a:off x="7324725" y="6166627"/>
            <a:ext cx="18637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440017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433088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F63B21-3810-4BAB-B7A9-A5E08605BC4E}"/>
              </a:ext>
            </a:extLst>
          </p:cNvPr>
          <p:cNvSpPr txBox="1"/>
          <p:nvPr/>
        </p:nvSpPr>
        <p:spPr>
          <a:xfrm>
            <a:off x="2668489" y="3047713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5400" dirty="0">
                <a:solidFill>
                  <a:srgbClr val="FF0000"/>
                </a:solidFill>
              </a:rPr>
              <a:t>+</a:t>
            </a:r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41BCA46-D1CF-4CA7-ABC7-C5FB509E6154}"/>
              </a:ext>
            </a:extLst>
          </p:cNvPr>
          <p:cNvCxnSpPr/>
          <p:nvPr/>
        </p:nvCxnSpPr>
        <p:spPr>
          <a:xfrm>
            <a:off x="2405568" y="3324658"/>
            <a:ext cx="105994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E07DFBA-6949-41F7-A3F7-67211F777C73}"/>
              </a:ext>
            </a:extLst>
          </p:cNvPr>
          <p:cNvSpPr txBox="1"/>
          <p:nvPr/>
        </p:nvSpPr>
        <p:spPr>
          <a:xfrm>
            <a:off x="3310394" y="3089358"/>
            <a:ext cx="529312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r>
              <a:rPr lang="es-PE" sz="5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+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3F94542D-73C4-4707-99EE-6F717948FDB7}"/>
              </a:ext>
            </a:extLst>
          </p:cNvPr>
          <p:cNvCxnSpPr/>
          <p:nvPr/>
        </p:nvCxnSpPr>
        <p:spPr>
          <a:xfrm flipV="1">
            <a:off x="4183964" y="2827615"/>
            <a:ext cx="0" cy="1294458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12E98C73-8C9C-4977-A004-B9AEB7248909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1EDCB30-FDCC-4CEC-80F2-37DC58EBD50D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0100D13E-3BF1-425F-8F01-19AEB87D0B77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67B7F66-418E-4FF0-A7F3-A5F57F7BC6EC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=0.051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7" name="CuadroTexto 26">
                <a:extLst>
                  <a:ext uri="{FF2B5EF4-FFF2-40B4-BE49-F238E27FC236}">
                    <a16:creationId xmlns:a16="http://schemas.microsoft.com/office/drawing/2014/main" id="{C67B7F66-418E-4FF0-A7F3-A5F57F7BC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blipFill>
                <a:blip r:embed="rId3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8B53C8E0-5F42-4CF1-B8D0-FD7FE756F38E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80342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8B53C8E0-5F42-4CF1-B8D0-FD7FE756F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80342" cy="298415"/>
              </a:xfrm>
              <a:prstGeom prst="rect">
                <a:avLst/>
              </a:prstGeom>
              <a:blipFill>
                <a:blip r:embed="rId4"/>
                <a:stretch>
                  <a:fillRect l="-3704" r="-3292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6349D367-7DBC-4A0F-902B-A9C80918D101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6349D367-7DBC-4A0F-902B-A9C80918D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errar llave 29">
            <a:extLst>
              <a:ext uri="{FF2B5EF4-FFF2-40B4-BE49-F238E27FC236}">
                <a16:creationId xmlns:a16="http://schemas.microsoft.com/office/drawing/2014/main" id="{5BE55587-7127-4E08-A2FF-2C982C6BDF27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DCF2B1E-2BB8-48A7-925F-883E60A2079A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2DCF2B1E-2BB8-48A7-925F-883E60A20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6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E116E86A-FFFF-42FB-8C0C-6392C318F4B6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=0.047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E116E86A-FFFF-42FB-8C0C-6392C318F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blipFill>
                <a:blip r:embed="rId7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D792C45-5523-4D3B-8D41-0FC6AEC9EE69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803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D792C45-5523-4D3B-8D41-0FC6AEC9E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80341" cy="298415"/>
              </a:xfrm>
              <a:prstGeom prst="rect">
                <a:avLst/>
              </a:prstGeom>
              <a:blipFill>
                <a:blip r:embed="rId8"/>
                <a:stretch>
                  <a:fillRect l="-3719" r="-3719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Cerrar llave 33">
            <a:extLst>
              <a:ext uri="{FF2B5EF4-FFF2-40B4-BE49-F238E27FC236}">
                <a16:creationId xmlns:a16="http://schemas.microsoft.com/office/drawing/2014/main" id="{7BF140FC-0C2A-4455-A5AF-9CE835C7C14D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C207706-C773-41AD-B8BB-DB9D6D455FC0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7C207706-C773-41AD-B8BB-DB9D6D455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9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67619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9648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324203" y="16598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94348" y="435239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35684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65646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50928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50235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E57D350-A01E-4E7A-8F18-420A75646C47}"/>
              </a:ext>
            </a:extLst>
          </p:cNvPr>
          <p:cNvCxnSpPr/>
          <p:nvPr/>
        </p:nvCxnSpPr>
        <p:spPr>
          <a:xfrm>
            <a:off x="6456363" y="2029224"/>
            <a:ext cx="0" cy="4760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2FB49B6-1F26-4164-B9A5-4FA52F9AD402}"/>
              </a:ext>
            </a:extLst>
          </p:cNvPr>
          <p:cNvSpPr txBox="1"/>
          <p:nvPr/>
        </p:nvSpPr>
        <p:spPr>
          <a:xfrm>
            <a:off x="6751277" y="1641292"/>
            <a:ext cx="4886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Interpolando, para el momento en la dirección “a” (longitud menor):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E6522E1-9375-4229-B713-9410CA01F3C4}"/>
                  </a:ext>
                </a:extLst>
              </p:cNvPr>
              <p:cNvSpPr txBox="1"/>
              <p:nvPr/>
            </p:nvSpPr>
            <p:spPr>
              <a:xfrm>
                <a:off x="6829570" y="2417378"/>
                <a:ext cx="152163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=0.051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E6522E1-9375-4229-B713-9410CA01F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570" y="2417378"/>
                <a:ext cx="1521635" cy="298415"/>
              </a:xfrm>
              <a:prstGeom prst="rect">
                <a:avLst/>
              </a:prstGeom>
              <a:blipFill>
                <a:blip r:embed="rId3"/>
                <a:stretch>
                  <a:fillRect l="-3200" r="-3600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E4EA2ED-57C8-4745-9346-9E951DEFEA7D}"/>
                  </a:ext>
                </a:extLst>
              </p:cNvPr>
              <p:cNvSpPr txBox="1"/>
              <p:nvPr/>
            </p:nvSpPr>
            <p:spPr>
              <a:xfrm>
                <a:off x="6853297" y="3302883"/>
                <a:ext cx="152163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=0.047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E4EA2ED-57C8-4745-9346-9E951DEFE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97" y="3302883"/>
                <a:ext cx="1521635" cy="298415"/>
              </a:xfrm>
              <a:prstGeom prst="rect">
                <a:avLst/>
              </a:prstGeom>
              <a:blipFill>
                <a:blip r:embed="rId4"/>
                <a:stretch>
                  <a:fillRect l="-3200" r="-3600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B06ED69-1122-4C26-8AFE-F697A5F28380}"/>
                  </a:ext>
                </a:extLst>
              </p:cNvPr>
              <p:cNvSpPr txBox="1"/>
              <p:nvPr/>
            </p:nvSpPr>
            <p:spPr>
              <a:xfrm>
                <a:off x="9046468" y="2384123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B06ED69-1122-4C26-8AFE-F697A5F28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468" y="2384123"/>
                <a:ext cx="1036309" cy="276999"/>
              </a:xfrm>
              <a:prstGeom prst="rect">
                <a:avLst/>
              </a:prstGeom>
              <a:blipFill>
                <a:blip r:embed="rId5"/>
                <a:stretch>
                  <a:fillRect r="-4706" b="-652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BB08B0F-9113-49DF-88C5-AC29BC44BD33}"/>
                  </a:ext>
                </a:extLst>
              </p:cNvPr>
              <p:cNvSpPr txBox="1"/>
              <p:nvPr/>
            </p:nvSpPr>
            <p:spPr>
              <a:xfrm>
                <a:off x="9046463" y="3270822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BB08B0F-9113-49DF-88C5-AC29BC44B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463" y="3270822"/>
                <a:ext cx="1036309" cy="276999"/>
              </a:xfrm>
              <a:prstGeom prst="rect">
                <a:avLst/>
              </a:prstGeom>
              <a:blipFill>
                <a:blip r:embed="rId6"/>
                <a:stretch>
                  <a:fillRect r="-5294" b="-888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8203740-135E-49B2-8FC1-C35E93A8CFF4}"/>
                  </a:ext>
                </a:extLst>
              </p:cNvPr>
              <p:cNvSpPr txBox="1"/>
              <p:nvPr/>
            </p:nvSpPr>
            <p:spPr>
              <a:xfrm>
                <a:off x="9043380" y="2826331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8203740-135E-49B2-8FC1-C35E93A8C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380" y="2826331"/>
                <a:ext cx="1036309" cy="276999"/>
              </a:xfrm>
              <a:prstGeom prst="rect">
                <a:avLst/>
              </a:prstGeom>
              <a:blipFill>
                <a:blip r:embed="rId7"/>
                <a:stretch>
                  <a:fillRect r="-5294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FF11F67-F7F4-447F-8E50-3DE53A26A416}"/>
                  </a:ext>
                </a:extLst>
              </p:cNvPr>
              <p:cNvSpPr txBox="1"/>
              <p:nvPr/>
            </p:nvSpPr>
            <p:spPr>
              <a:xfrm>
                <a:off x="6853297" y="2826331"/>
                <a:ext cx="1045543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FF11F67-F7F4-447F-8E50-3DE53A26A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97" y="2826331"/>
                <a:ext cx="1045543" cy="298415"/>
              </a:xfrm>
              <a:prstGeom prst="rect">
                <a:avLst/>
              </a:prstGeom>
              <a:blipFill>
                <a:blip r:embed="rId8"/>
                <a:stretch>
                  <a:fillRect l="-4651" r="-4651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782D62C-45B0-4DCF-A986-7B600389B1C8}"/>
                  </a:ext>
                </a:extLst>
              </p:cNvPr>
              <p:cNvSpPr txBox="1"/>
              <p:nvPr/>
            </p:nvSpPr>
            <p:spPr>
              <a:xfrm>
                <a:off x="6852163" y="4061496"/>
                <a:ext cx="3476977" cy="533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0.047−0.051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0.75−0.70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−0.047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0.71−0.70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782D62C-45B0-4DCF-A986-7B600389B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163" y="4061496"/>
                <a:ext cx="3476977" cy="5330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375A60-8C63-452A-96CD-C56A333E9BCF}"/>
                  </a:ext>
                </a:extLst>
              </p:cNvPr>
              <p:cNvSpPr txBox="1"/>
              <p:nvPr/>
            </p:nvSpPr>
            <p:spPr>
              <a:xfrm>
                <a:off x="6852163" y="4947001"/>
                <a:ext cx="5142562" cy="5275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−0.004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−0.047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0.01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  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=0.0502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375A60-8C63-452A-96CD-C56A333E9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163" y="4947001"/>
                <a:ext cx="5142562" cy="52751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25BE71EE-1E92-48AE-8F9A-A9D37288D7A8}"/>
                  </a:ext>
                </a:extLst>
              </p:cNvPr>
              <p:cNvSpPr txBox="1"/>
              <p:nvPr/>
            </p:nvSpPr>
            <p:spPr>
              <a:xfrm>
                <a:off x="6905122" y="5663295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25BE71EE-1E92-48AE-8F9A-A9D37288D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5122" y="5663295"/>
                <a:ext cx="1036309" cy="276999"/>
              </a:xfrm>
              <a:prstGeom prst="rect">
                <a:avLst/>
              </a:prstGeom>
              <a:blipFill>
                <a:blip r:embed="rId11"/>
                <a:stretch>
                  <a:fillRect r="-4706" b="-888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CD337F0-F047-4137-B53E-BE8DC09A2B53}"/>
              </a:ext>
            </a:extLst>
          </p:cNvPr>
          <p:cNvCxnSpPr/>
          <p:nvPr/>
        </p:nvCxnSpPr>
        <p:spPr>
          <a:xfrm>
            <a:off x="10908520" y="3599067"/>
            <a:ext cx="29321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883C1252-3F31-4E78-9AE6-00083E262084}"/>
              </a:ext>
            </a:extLst>
          </p:cNvPr>
          <p:cNvCxnSpPr/>
          <p:nvPr/>
        </p:nvCxnSpPr>
        <p:spPr>
          <a:xfrm flipV="1">
            <a:off x="11353800" y="2924719"/>
            <a:ext cx="0" cy="6646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B37F8D19-37BB-4FE0-9B7E-882B905F7A3F}"/>
              </a:ext>
            </a:extLst>
          </p:cNvPr>
          <p:cNvCxnSpPr/>
          <p:nvPr/>
        </p:nvCxnSpPr>
        <p:spPr>
          <a:xfrm flipV="1">
            <a:off x="13249275" y="3302883"/>
            <a:ext cx="0" cy="28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294A4679-D994-4622-A394-A695F7D9F60B}"/>
              </a:ext>
            </a:extLst>
          </p:cNvPr>
          <p:cNvCxnSpPr/>
          <p:nvPr/>
        </p:nvCxnSpPr>
        <p:spPr>
          <a:xfrm flipV="1">
            <a:off x="11645611" y="2981348"/>
            <a:ext cx="0" cy="61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2790CA7-E0F3-4785-9013-4817C637B17F}"/>
              </a:ext>
            </a:extLst>
          </p:cNvPr>
          <p:cNvCxnSpPr>
            <a:cxnSpLocks/>
          </p:cNvCxnSpPr>
          <p:nvPr/>
        </p:nvCxnSpPr>
        <p:spPr>
          <a:xfrm>
            <a:off x="10965031" y="2826331"/>
            <a:ext cx="2665244" cy="568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9793813C-E089-4B39-894A-A7A048247AA7}"/>
              </a:ext>
            </a:extLst>
          </p:cNvPr>
          <p:cNvSpPr txBox="1"/>
          <p:nvPr/>
        </p:nvSpPr>
        <p:spPr>
          <a:xfrm>
            <a:off x="11117263" y="3604697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0.7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FB27F901-DAF9-4D9B-BC64-C25400B93B56}"/>
              </a:ext>
            </a:extLst>
          </p:cNvPr>
          <p:cNvSpPr txBox="1"/>
          <p:nvPr/>
        </p:nvSpPr>
        <p:spPr>
          <a:xfrm>
            <a:off x="13035831" y="3600198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0.75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4E1D736-D908-441F-96C6-26CE3CBC2596}"/>
              </a:ext>
            </a:extLst>
          </p:cNvPr>
          <p:cNvSpPr txBox="1"/>
          <p:nvPr/>
        </p:nvSpPr>
        <p:spPr>
          <a:xfrm>
            <a:off x="11496675" y="3622789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0.71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545D0A9-78F7-4FE8-8C88-E3292E4A899E}"/>
              </a:ext>
            </a:extLst>
          </p:cNvPr>
          <p:cNvSpPr txBox="1"/>
          <p:nvPr/>
        </p:nvSpPr>
        <p:spPr>
          <a:xfrm>
            <a:off x="11161406" y="256944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0.35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D1CE2B2D-7705-4170-9DCD-641FE420827D}"/>
              </a:ext>
            </a:extLst>
          </p:cNvPr>
          <p:cNvSpPr txBox="1"/>
          <p:nvPr/>
        </p:nvSpPr>
        <p:spPr>
          <a:xfrm>
            <a:off x="13065069" y="2977087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0.33</a:t>
            </a:r>
          </a:p>
        </p:txBody>
      </p: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081EC7C9-AB4B-44CC-ADCA-B9B6E69382A6}"/>
              </a:ext>
            </a:extLst>
          </p:cNvPr>
          <p:cNvCxnSpPr>
            <a:cxnSpLocks/>
          </p:cNvCxnSpPr>
          <p:nvPr/>
        </p:nvCxnSpPr>
        <p:spPr>
          <a:xfrm>
            <a:off x="11117263" y="2754106"/>
            <a:ext cx="0" cy="502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>
            <a:extLst>
              <a:ext uri="{FF2B5EF4-FFF2-40B4-BE49-F238E27FC236}">
                <a16:creationId xmlns:a16="http://schemas.microsoft.com/office/drawing/2014/main" id="{F22B71F9-5BC4-4813-B8BF-3CF1F6552BDB}"/>
              </a:ext>
            </a:extLst>
          </p:cNvPr>
          <p:cNvCxnSpPr>
            <a:cxnSpLocks/>
          </p:cNvCxnSpPr>
          <p:nvPr/>
        </p:nvCxnSpPr>
        <p:spPr>
          <a:xfrm flipV="1">
            <a:off x="11756773" y="2768471"/>
            <a:ext cx="0" cy="4215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A995321C-1713-45DF-926C-D611525C3601}"/>
              </a:ext>
            </a:extLst>
          </p:cNvPr>
          <p:cNvCxnSpPr/>
          <p:nvPr/>
        </p:nvCxnSpPr>
        <p:spPr>
          <a:xfrm>
            <a:off x="10908520" y="2855450"/>
            <a:ext cx="1283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>
            <a:extLst>
              <a:ext uri="{FF2B5EF4-FFF2-40B4-BE49-F238E27FC236}">
                <a16:creationId xmlns:a16="http://schemas.microsoft.com/office/drawing/2014/main" id="{B1B70EB9-9DFE-4180-BF73-6697DD09CD67}"/>
              </a:ext>
            </a:extLst>
          </p:cNvPr>
          <p:cNvCxnSpPr/>
          <p:nvPr/>
        </p:nvCxnSpPr>
        <p:spPr>
          <a:xfrm>
            <a:off x="10908520" y="2924719"/>
            <a:ext cx="1283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562CA179-1AEC-4CF7-AB10-213007AFB6CB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=0.051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562CA179-1AEC-4CF7-AB10-213007AFB6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blipFill>
                <a:blip r:embed="rId12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CADCB0DA-8C02-43E2-943B-F957CF9173D1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80342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CADCB0DA-8C02-43E2-943B-F957CF917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80342" cy="298415"/>
              </a:xfrm>
              <a:prstGeom prst="rect">
                <a:avLst/>
              </a:prstGeom>
              <a:blipFill>
                <a:blip r:embed="rId13"/>
                <a:stretch>
                  <a:fillRect l="-3704" r="-3292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Cerrar llave 59">
            <a:extLst>
              <a:ext uri="{FF2B5EF4-FFF2-40B4-BE49-F238E27FC236}">
                <a16:creationId xmlns:a16="http://schemas.microsoft.com/office/drawing/2014/main" id="{08A0C187-9D9F-4157-91C5-03E86BEC0447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EA05B450-B1B4-4402-9A69-BFAB741108F5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62" name="CuadroTexto 61">
                <a:extLst>
                  <a:ext uri="{FF2B5EF4-FFF2-40B4-BE49-F238E27FC236}">
                    <a16:creationId xmlns:a16="http://schemas.microsoft.com/office/drawing/2014/main" id="{EA05B450-B1B4-4402-9A69-BFAB74110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14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D9700373-7ABC-4B20-89D9-F9FAE21162B3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=0.047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63" name="CuadroTexto 62">
                <a:extLst>
                  <a:ext uri="{FF2B5EF4-FFF2-40B4-BE49-F238E27FC236}">
                    <a16:creationId xmlns:a16="http://schemas.microsoft.com/office/drawing/2014/main" id="{D9700373-7ABC-4B20-89D9-F9FAE2116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blipFill>
                <a:blip r:embed="rId15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7BBFEE2C-7C52-4DEC-AC56-BF457061AC0E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803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7BBFEE2C-7C52-4DEC-AC56-BF457061A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80341" cy="298415"/>
              </a:xfrm>
              <a:prstGeom prst="rect">
                <a:avLst/>
              </a:prstGeom>
              <a:blipFill>
                <a:blip r:embed="rId16"/>
                <a:stretch>
                  <a:fillRect l="-3719" r="-3719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Cerrar llave 66">
            <a:extLst>
              <a:ext uri="{FF2B5EF4-FFF2-40B4-BE49-F238E27FC236}">
                <a16:creationId xmlns:a16="http://schemas.microsoft.com/office/drawing/2014/main" id="{D27C57F6-4C51-4EA0-934F-422304D38B7C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0FD2E0D5-5FAE-4418-89B3-7A323912B788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68" name="CuadroTexto 67">
                <a:extLst>
                  <a:ext uri="{FF2B5EF4-FFF2-40B4-BE49-F238E27FC236}">
                    <a16:creationId xmlns:a16="http://schemas.microsoft.com/office/drawing/2014/main" id="{0FD2E0D5-5FAE-4418-89B3-7A323912B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17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0343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9648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324203" y="16598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94348" y="435239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35684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65646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50928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50235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E57D350-A01E-4E7A-8F18-420A75646C47}"/>
              </a:ext>
            </a:extLst>
          </p:cNvPr>
          <p:cNvCxnSpPr/>
          <p:nvPr/>
        </p:nvCxnSpPr>
        <p:spPr>
          <a:xfrm>
            <a:off x="6456363" y="2029224"/>
            <a:ext cx="0" cy="4760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2FB49B6-1F26-4164-B9A5-4FA52F9AD402}"/>
              </a:ext>
            </a:extLst>
          </p:cNvPr>
          <p:cNvSpPr txBox="1"/>
          <p:nvPr/>
        </p:nvSpPr>
        <p:spPr>
          <a:xfrm>
            <a:off x="6751277" y="1641292"/>
            <a:ext cx="4072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Calculando los momentos, por carga viva: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2A1C1C4-608F-4A0E-AAEB-71B7D5F58E8B}"/>
                  </a:ext>
                </a:extLst>
              </p:cNvPr>
              <p:cNvSpPr txBox="1"/>
              <p:nvPr/>
            </p:nvSpPr>
            <p:spPr>
              <a:xfrm>
                <a:off x="6873875" y="2332728"/>
                <a:ext cx="2296141" cy="303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Sup>
                        <m:sSub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2A1C1C4-608F-4A0E-AAEB-71B7D5F58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2332728"/>
                <a:ext cx="2296141" cy="303929"/>
              </a:xfrm>
              <a:prstGeom prst="rect">
                <a:avLst/>
              </a:prstGeom>
              <a:blipFill>
                <a:blip r:embed="rId2"/>
                <a:stretch>
                  <a:fillRect l="-2128" r="-532" b="-20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2C1B53-3AE4-446B-AA01-BE5AB09E2E14}"/>
                  </a:ext>
                </a:extLst>
              </p:cNvPr>
              <p:cNvSpPr txBox="1"/>
              <p:nvPr/>
            </p:nvSpPr>
            <p:spPr>
              <a:xfrm>
                <a:off x="6852650" y="2966855"/>
                <a:ext cx="2509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=1.7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=1.7 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700</m:t>
                          </m:r>
                        </m:e>
                      </m:d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2C1B53-3AE4-446B-AA01-BE5AB09E2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650" y="2966855"/>
                <a:ext cx="2509790" cy="276999"/>
              </a:xfrm>
              <a:prstGeom prst="rect">
                <a:avLst/>
              </a:prstGeom>
              <a:blipFill>
                <a:blip r:embed="rId3"/>
                <a:stretch>
                  <a:fillRect l="-971" b="-1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2FEC5F6-B63D-4CE2-9052-DE319BE1A56C}"/>
                  </a:ext>
                </a:extLst>
              </p:cNvPr>
              <p:cNvSpPr txBox="1"/>
              <p:nvPr/>
            </p:nvSpPr>
            <p:spPr>
              <a:xfrm>
                <a:off x="6873875" y="3429000"/>
                <a:ext cx="1143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=1190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2FEC5F6-B63D-4CE2-9052-DE319BE1A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3429000"/>
                <a:ext cx="1143903" cy="276999"/>
              </a:xfrm>
              <a:prstGeom prst="rect">
                <a:avLst/>
              </a:prstGeom>
              <a:blipFill>
                <a:blip r:embed="rId4"/>
                <a:stretch>
                  <a:fillRect l="-2674" r="-4813" b="-1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068FF98-D619-4E0B-9EA3-7E89F3068A8C}"/>
                  </a:ext>
                </a:extLst>
              </p:cNvPr>
              <p:cNvSpPr txBox="1"/>
              <p:nvPr/>
            </p:nvSpPr>
            <p:spPr>
              <a:xfrm>
                <a:off x="6873875" y="4044254"/>
                <a:ext cx="4934749" cy="303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0.0502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1190</m:t>
                          </m:r>
                        </m:e>
                      </m:d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2.5</m:t>
                              </m:r>
                            </m:e>
                          </m:d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=373.36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068FF98-D619-4E0B-9EA3-7E89F3068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4044254"/>
                <a:ext cx="4934749" cy="303929"/>
              </a:xfrm>
              <a:prstGeom prst="rect">
                <a:avLst/>
              </a:prstGeom>
              <a:blipFill>
                <a:blip r:embed="rId5"/>
                <a:stretch>
                  <a:fillRect l="-742" r="-247" b="-26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A1016BE-4C54-42B1-BDA9-1F074053F4A8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D33AEC38-BC25-4622-93B3-4D66AF48FCED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C9CDE40-5576-434E-AF3A-D2DF7915DAB9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C9CDE40-5576-434E-AF3A-D2DF7915D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C0F4A519-39AF-4130-94D0-6C3BA552E5B6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=0.051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C0F4A519-39AF-4130-94D0-6C3BA552E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blipFill>
                <a:blip r:embed="rId7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01BBA53E-E976-4835-BC39-F717454FF04F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80342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01BBA53E-E976-4835-BC39-F717454FF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80342" cy="298415"/>
              </a:xfrm>
              <a:prstGeom prst="rect">
                <a:avLst/>
              </a:prstGeom>
              <a:blipFill>
                <a:blip r:embed="rId8"/>
                <a:stretch>
                  <a:fillRect l="-3704" r="-3292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errar llave 31">
            <a:extLst>
              <a:ext uri="{FF2B5EF4-FFF2-40B4-BE49-F238E27FC236}">
                <a16:creationId xmlns:a16="http://schemas.microsoft.com/office/drawing/2014/main" id="{85F97EC6-7BE8-4940-B660-4E13433EEFC8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52E12E4C-BF95-4E9B-B29A-F7F65AD4CA6B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52E12E4C-BF95-4E9B-B29A-F7F65AD4C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9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770EE680-4662-4EE1-B339-4151E0573DCE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=0.047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770EE680-4662-4EE1-B339-4151E0573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blipFill>
                <a:blip r:embed="rId10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99F23CB6-8F2B-4F12-BC0F-10AE481B134C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803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99F23CB6-8F2B-4F12-BC0F-10AE481B1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80341" cy="298415"/>
              </a:xfrm>
              <a:prstGeom prst="rect">
                <a:avLst/>
              </a:prstGeom>
              <a:blipFill>
                <a:blip r:embed="rId11"/>
                <a:stretch>
                  <a:fillRect l="-3719" r="-3719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Cerrar llave 50">
            <a:extLst>
              <a:ext uri="{FF2B5EF4-FFF2-40B4-BE49-F238E27FC236}">
                <a16:creationId xmlns:a16="http://schemas.microsoft.com/office/drawing/2014/main" id="{D22B0E8B-8847-46AF-85B6-9F3340F487F6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12F8F8F2-E84A-4CE5-9B75-FEA4AB7F6E3D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12F8F8F2-E84A-4CE5-9B75-FEA4AB7F6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12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CuadroTexto 52">
            <a:extLst>
              <a:ext uri="{FF2B5EF4-FFF2-40B4-BE49-F238E27FC236}">
                <a16:creationId xmlns:a16="http://schemas.microsoft.com/office/drawing/2014/main" id="{9048D6AF-83EA-4F47-9885-9CFEA39E3E3F}"/>
              </a:ext>
            </a:extLst>
          </p:cNvPr>
          <p:cNvSpPr txBox="1"/>
          <p:nvPr/>
        </p:nvSpPr>
        <p:spPr>
          <a:xfrm>
            <a:off x="6816725" y="4713932"/>
            <a:ext cx="3414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Calculando los momentos, totales: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2C0A27DF-94AD-4967-B38F-13929E7D27AE}"/>
                  </a:ext>
                </a:extLst>
              </p:cNvPr>
              <p:cNvSpPr txBox="1"/>
              <p:nvPr/>
            </p:nvSpPr>
            <p:spPr>
              <a:xfrm>
                <a:off x="6852650" y="5646021"/>
                <a:ext cx="4853123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373.36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PE" i="1">
                          <a:latin typeface="Cambria Math" panose="02040503050406030204" pitchFamily="18" charset="0"/>
                        </a:rPr>
                        <m:t>151.38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=524.74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2C0A27DF-94AD-4967-B38F-13929E7D2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650" y="5646021"/>
                <a:ext cx="4853123" cy="298415"/>
              </a:xfrm>
              <a:prstGeom prst="rect">
                <a:avLst/>
              </a:prstGeom>
              <a:blipFill>
                <a:blip r:embed="rId13"/>
                <a:stretch>
                  <a:fillRect l="-628" r="-251" b="-2653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50341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9648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324203" y="16598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94348" y="435239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35684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65646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50928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50235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78229735-ED7E-4464-8098-594237881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E57D350-A01E-4E7A-8F18-420A75646C47}"/>
              </a:ext>
            </a:extLst>
          </p:cNvPr>
          <p:cNvCxnSpPr/>
          <p:nvPr/>
        </p:nvCxnSpPr>
        <p:spPr>
          <a:xfrm>
            <a:off x="6456363" y="2029224"/>
            <a:ext cx="0" cy="4760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2FB49B6-1F26-4164-B9A5-4FA52F9AD402}"/>
              </a:ext>
            </a:extLst>
          </p:cNvPr>
          <p:cNvSpPr txBox="1"/>
          <p:nvPr/>
        </p:nvSpPr>
        <p:spPr>
          <a:xfrm>
            <a:off x="6751277" y="1641292"/>
            <a:ext cx="1467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Interpolando: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E6522E1-9375-4229-B713-9410CA01F3C4}"/>
                  </a:ext>
                </a:extLst>
              </p:cNvPr>
              <p:cNvSpPr txBox="1"/>
              <p:nvPr/>
            </p:nvSpPr>
            <p:spPr>
              <a:xfrm>
                <a:off x="6829570" y="2181843"/>
                <a:ext cx="1517210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E6522E1-9375-4229-B713-9410CA01F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570" y="2181843"/>
                <a:ext cx="1517210" cy="298415"/>
              </a:xfrm>
              <a:prstGeom prst="rect">
                <a:avLst/>
              </a:prstGeom>
              <a:blipFill>
                <a:blip r:embed="rId3"/>
                <a:stretch>
                  <a:fillRect l="-3213" r="-361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E4EA2ED-57C8-4745-9346-9E951DEFEA7D}"/>
                  </a:ext>
                </a:extLst>
              </p:cNvPr>
              <p:cNvSpPr txBox="1"/>
              <p:nvPr/>
            </p:nvSpPr>
            <p:spPr>
              <a:xfrm>
                <a:off x="6853297" y="3067348"/>
                <a:ext cx="1517210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E4EA2ED-57C8-4745-9346-9E951DEFE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97" y="3067348"/>
                <a:ext cx="1517210" cy="298415"/>
              </a:xfrm>
              <a:prstGeom prst="rect">
                <a:avLst/>
              </a:prstGeom>
              <a:blipFill>
                <a:blip r:embed="rId4"/>
                <a:stretch>
                  <a:fillRect l="-3213" r="-361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B06ED69-1122-4C26-8AFE-F697A5F28380}"/>
                  </a:ext>
                </a:extLst>
              </p:cNvPr>
              <p:cNvSpPr txBox="1"/>
              <p:nvPr/>
            </p:nvSpPr>
            <p:spPr>
              <a:xfrm>
                <a:off x="9046468" y="2148588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DB06ED69-1122-4C26-8AFE-F697A5F28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468" y="2148588"/>
                <a:ext cx="1036309" cy="276999"/>
              </a:xfrm>
              <a:prstGeom prst="rect">
                <a:avLst/>
              </a:prstGeom>
              <a:blipFill>
                <a:blip r:embed="rId5"/>
                <a:stretch>
                  <a:fillRect r="-4706" b="-6522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BB08B0F-9113-49DF-88C5-AC29BC44BD33}"/>
                  </a:ext>
                </a:extLst>
              </p:cNvPr>
              <p:cNvSpPr txBox="1"/>
              <p:nvPr/>
            </p:nvSpPr>
            <p:spPr>
              <a:xfrm>
                <a:off x="9046463" y="3035287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=0.75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2BB08B0F-9113-49DF-88C5-AC29BC44B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463" y="3035287"/>
                <a:ext cx="1036309" cy="276999"/>
              </a:xfrm>
              <a:prstGeom prst="rect">
                <a:avLst/>
              </a:prstGeom>
              <a:blipFill>
                <a:blip r:embed="rId6"/>
                <a:stretch>
                  <a:fillRect r="-5294" b="-8889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8203740-135E-49B2-8FC1-C35E93A8CFF4}"/>
                  </a:ext>
                </a:extLst>
              </p:cNvPr>
              <p:cNvSpPr txBox="1"/>
              <p:nvPr/>
            </p:nvSpPr>
            <p:spPr>
              <a:xfrm>
                <a:off x="9043380" y="2590796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28203740-135E-49B2-8FC1-C35E93A8C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3380" y="2590796"/>
                <a:ext cx="1036309" cy="276999"/>
              </a:xfrm>
              <a:prstGeom prst="rect">
                <a:avLst/>
              </a:prstGeom>
              <a:blipFill>
                <a:blip r:embed="rId7"/>
                <a:stretch>
                  <a:fillRect r="-5294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FF11F67-F7F4-447F-8E50-3DE53A26A416}"/>
                  </a:ext>
                </a:extLst>
              </p:cNvPr>
              <p:cNvSpPr txBox="1"/>
              <p:nvPr/>
            </p:nvSpPr>
            <p:spPr>
              <a:xfrm>
                <a:off x="6853297" y="2590796"/>
                <a:ext cx="1041119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?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3FF11F67-F7F4-447F-8E50-3DE53A26A4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97" y="2590796"/>
                <a:ext cx="1041119" cy="298415"/>
              </a:xfrm>
              <a:prstGeom prst="rect">
                <a:avLst/>
              </a:prstGeom>
              <a:blipFill>
                <a:blip r:embed="rId8"/>
                <a:stretch>
                  <a:fillRect l="-4678" r="-5263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782D62C-45B0-4DCF-A986-7B600389B1C8}"/>
                  </a:ext>
                </a:extLst>
              </p:cNvPr>
              <p:cNvSpPr txBox="1"/>
              <p:nvPr/>
            </p:nvSpPr>
            <p:spPr>
              <a:xfrm>
                <a:off x="6852163" y="3825961"/>
                <a:ext cx="3472554" cy="533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0.013−0.011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0.75−0.70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−0.011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0.71−0.070</m:t>
                          </m:r>
                        </m:den>
                      </m:f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782D62C-45B0-4DCF-A986-7B600389B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163" y="3825961"/>
                <a:ext cx="3472554" cy="5330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375A60-8C63-452A-96CD-C56A333E9BCF}"/>
                  </a:ext>
                </a:extLst>
              </p:cNvPr>
              <p:cNvSpPr txBox="1"/>
              <p:nvPr/>
            </p:nvSpPr>
            <p:spPr>
              <a:xfrm>
                <a:off x="6852163" y="4711466"/>
                <a:ext cx="4729756" cy="52751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0.002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𝑝𝑜𝑠</m:t>
                              </m:r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P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−0.0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0.01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s-P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=0.0114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97375A60-8C63-452A-96CD-C56A333E9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163" y="4711466"/>
                <a:ext cx="4729756" cy="52751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46A6D8AE-ABE9-4E4F-A924-02FFED10E08D}"/>
                  </a:ext>
                </a:extLst>
              </p:cNvPr>
              <p:cNvSpPr txBox="1"/>
              <p:nvPr/>
            </p:nvSpPr>
            <p:spPr>
              <a:xfrm>
                <a:off x="6855701" y="5684699"/>
                <a:ext cx="103630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46A6D8AE-ABE9-4E4F-A924-02FFED10E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5701" y="5684699"/>
                <a:ext cx="1036309" cy="276999"/>
              </a:xfrm>
              <a:prstGeom prst="rect">
                <a:avLst/>
              </a:prstGeom>
              <a:blipFill>
                <a:blip r:embed="rId11"/>
                <a:stretch>
                  <a:fillRect r="-470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32C4B711-A9A8-4D3A-83A4-A75AAE92C6E2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=0.051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32C4B711-A9A8-4D3A-83A4-A75AAE92C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blipFill>
                <a:blip r:embed="rId12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4C4360F2-3F82-4304-9CBB-B349EE8B1753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80342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4C4360F2-3F82-4304-9CBB-B349EE8B1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80342" cy="298415"/>
              </a:xfrm>
              <a:prstGeom prst="rect">
                <a:avLst/>
              </a:prstGeom>
              <a:blipFill>
                <a:blip r:embed="rId13"/>
                <a:stretch>
                  <a:fillRect l="-3704" r="-3292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Cerrar llave 51">
            <a:extLst>
              <a:ext uri="{FF2B5EF4-FFF2-40B4-BE49-F238E27FC236}">
                <a16:creationId xmlns:a16="http://schemas.microsoft.com/office/drawing/2014/main" id="{C9966C5C-E93F-4AD3-BC0C-A4403BD35D9B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270167E9-7F57-47AC-BB8D-440A5B4B830F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270167E9-7F57-47AC-BB8D-440A5B4B8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14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DE34B895-B994-4067-9592-FBE7FA37DF6C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=0.047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DE34B895-B994-4067-9592-FBE7FA37D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blipFill>
                <a:blip r:embed="rId15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819F7383-8C73-43C0-9176-666B0777B2D8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803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819F7383-8C73-43C0-9176-666B0777B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80341" cy="298415"/>
              </a:xfrm>
              <a:prstGeom prst="rect">
                <a:avLst/>
              </a:prstGeom>
              <a:blipFill>
                <a:blip r:embed="rId16"/>
                <a:stretch>
                  <a:fillRect l="-3719" r="-3719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Cerrar llave 55">
            <a:extLst>
              <a:ext uri="{FF2B5EF4-FFF2-40B4-BE49-F238E27FC236}">
                <a16:creationId xmlns:a16="http://schemas.microsoft.com/office/drawing/2014/main" id="{2A300EE8-237A-46D3-8F8D-F6047812B48C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040B5792-FF35-406D-96B9-5540A305A0D1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040B5792-FF35-406D-96B9-5540A305A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17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00435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Análisis de elemento tipo placa: LOSAS – Método de Coeficientes del ACI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F630CA4-6557-46BF-B208-D22A491F2A9B}"/>
              </a:ext>
            </a:extLst>
          </p:cNvPr>
          <p:cNvSpPr/>
          <p:nvPr/>
        </p:nvSpPr>
        <p:spPr>
          <a:xfrm>
            <a:off x="271968" y="1996486"/>
            <a:ext cx="5167890" cy="32051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7517CBB-DB58-43F7-8142-A0BBCE0C6711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2AECCD19-8F6C-4CA9-9603-5AE758231230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D17F3ACA-2C08-428D-AB8C-3128ACDC38C8}"/>
              </a:ext>
            </a:extLst>
          </p:cNvPr>
          <p:cNvCxnSpPr/>
          <p:nvPr/>
        </p:nvCxnSpPr>
        <p:spPr>
          <a:xfrm>
            <a:off x="5439858" y="5036115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24BDF-FB19-4EF6-B36B-16832DB3CC05}"/>
              </a:ext>
            </a:extLst>
          </p:cNvPr>
          <p:cNvSpPr txBox="1"/>
          <p:nvPr/>
        </p:nvSpPr>
        <p:spPr>
          <a:xfrm>
            <a:off x="2324203" y="16598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3.5 m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A2B57F1-5DB8-4DEE-9317-235B25DE48E3}"/>
              </a:ext>
            </a:extLst>
          </p:cNvPr>
          <p:cNvSpPr txBox="1"/>
          <p:nvPr/>
        </p:nvSpPr>
        <p:spPr>
          <a:xfrm>
            <a:off x="5594348" y="435239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2.5 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D49C492-C1E1-452B-AA97-9272FFDAD8BB}"/>
              </a:ext>
            </a:extLst>
          </p:cNvPr>
          <p:cNvSpPr/>
          <p:nvPr/>
        </p:nvSpPr>
        <p:spPr>
          <a:xfrm>
            <a:off x="271968" y="2356848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0AC2F81-99C2-4E9B-8B88-5F3FA2B886CD}"/>
              </a:ext>
            </a:extLst>
          </p:cNvPr>
          <p:cNvSpPr/>
          <p:nvPr/>
        </p:nvSpPr>
        <p:spPr>
          <a:xfrm>
            <a:off x="271968" y="4656469"/>
            <a:ext cx="5167890" cy="1796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4DB198D-89C9-4D52-ABC9-20026553A046}"/>
              </a:ext>
            </a:extLst>
          </p:cNvPr>
          <p:cNvSpPr/>
          <p:nvPr/>
        </p:nvSpPr>
        <p:spPr>
          <a:xfrm rot="5400000">
            <a:off x="-1238946" y="3509284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1A0420-FCB9-4DFE-9C75-83E5F35ED0FD}"/>
              </a:ext>
            </a:extLst>
          </p:cNvPr>
          <p:cNvSpPr/>
          <p:nvPr/>
        </p:nvSpPr>
        <p:spPr>
          <a:xfrm rot="5400000">
            <a:off x="3774481" y="3502355"/>
            <a:ext cx="3178176" cy="1525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E57D350-A01E-4E7A-8F18-420A75646C47}"/>
              </a:ext>
            </a:extLst>
          </p:cNvPr>
          <p:cNvCxnSpPr/>
          <p:nvPr/>
        </p:nvCxnSpPr>
        <p:spPr>
          <a:xfrm>
            <a:off x="6456363" y="2029224"/>
            <a:ext cx="0" cy="4760525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2FB49B6-1F26-4164-B9A5-4FA52F9AD402}"/>
              </a:ext>
            </a:extLst>
          </p:cNvPr>
          <p:cNvSpPr txBox="1"/>
          <p:nvPr/>
        </p:nvSpPr>
        <p:spPr>
          <a:xfrm>
            <a:off x="6751277" y="1641292"/>
            <a:ext cx="4072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Calculando los momentos, por carga viva: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2A1C1C4-608F-4A0E-AAEB-71B7D5F58E8B}"/>
                  </a:ext>
                </a:extLst>
              </p:cNvPr>
              <p:cNvSpPr txBox="1"/>
              <p:nvPr/>
            </p:nvSpPr>
            <p:spPr>
              <a:xfrm>
                <a:off x="6873875" y="2332728"/>
                <a:ext cx="2282869" cy="311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Sup>
                        <m:sSub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B2A1C1C4-608F-4A0E-AAEB-71B7D5F58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2332728"/>
                <a:ext cx="2282869" cy="311175"/>
              </a:xfrm>
              <a:prstGeom prst="rect">
                <a:avLst/>
              </a:prstGeom>
              <a:blipFill>
                <a:blip r:embed="rId2"/>
                <a:stretch>
                  <a:fillRect l="-2139" r="-802" b="-196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2C1B53-3AE4-446B-AA01-BE5AB09E2E14}"/>
                  </a:ext>
                </a:extLst>
              </p:cNvPr>
              <p:cNvSpPr txBox="1"/>
              <p:nvPr/>
            </p:nvSpPr>
            <p:spPr>
              <a:xfrm>
                <a:off x="6852650" y="2966855"/>
                <a:ext cx="25610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=1.7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𝐶𝑀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=1.7 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700</m:t>
                          </m:r>
                        </m:e>
                      </m:d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A2C1B53-3AE4-446B-AA01-BE5AB09E2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650" y="2966855"/>
                <a:ext cx="2561022" cy="276999"/>
              </a:xfrm>
              <a:prstGeom prst="rect">
                <a:avLst/>
              </a:prstGeom>
              <a:blipFill>
                <a:blip r:embed="rId3"/>
                <a:stretch>
                  <a:fillRect l="-952" b="-1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2FEC5F6-B63D-4CE2-9052-DE319BE1A56C}"/>
                  </a:ext>
                </a:extLst>
              </p:cNvPr>
              <p:cNvSpPr txBox="1"/>
              <p:nvPr/>
            </p:nvSpPr>
            <p:spPr>
              <a:xfrm>
                <a:off x="6873875" y="3429000"/>
                <a:ext cx="1143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=1190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0" name="CuadroTexto 39">
                <a:extLst>
                  <a:ext uri="{FF2B5EF4-FFF2-40B4-BE49-F238E27FC236}">
                    <a16:creationId xmlns:a16="http://schemas.microsoft.com/office/drawing/2014/main" id="{22FEC5F6-B63D-4CE2-9052-DE319BE1A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3429000"/>
                <a:ext cx="1143903" cy="276999"/>
              </a:xfrm>
              <a:prstGeom prst="rect">
                <a:avLst/>
              </a:prstGeom>
              <a:blipFill>
                <a:blip r:embed="rId4"/>
                <a:stretch>
                  <a:fillRect l="-2674" r="-4813" b="-1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068FF98-D619-4E0B-9EA3-7E89F3068A8C}"/>
                  </a:ext>
                </a:extLst>
              </p:cNvPr>
              <p:cNvSpPr txBox="1"/>
              <p:nvPr/>
            </p:nvSpPr>
            <p:spPr>
              <a:xfrm>
                <a:off x="6873875" y="4044254"/>
                <a:ext cx="4930324" cy="3039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0.0114</m:t>
                          </m:r>
                        </m:e>
                      </m:d>
                      <m:d>
                        <m:d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1190</m:t>
                          </m:r>
                        </m:e>
                      </m:d>
                      <m:sSup>
                        <m:sSup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3.5</m:t>
                              </m:r>
                            </m:e>
                          </m:d>
                        </m:e>
                        <m:sup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=166.18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8068FF98-D619-4E0B-9EA3-7E89F3068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3875" y="4044254"/>
                <a:ext cx="4930324" cy="303929"/>
              </a:xfrm>
              <a:prstGeom prst="rect">
                <a:avLst/>
              </a:prstGeom>
              <a:blipFill>
                <a:blip r:embed="rId5"/>
                <a:stretch>
                  <a:fillRect l="-743" r="-248" b="-26000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A1016BE-4C54-42B1-BDA9-1F074053F4A8}"/>
              </a:ext>
            </a:extLst>
          </p:cNvPr>
          <p:cNvCxnSpPr/>
          <p:nvPr/>
        </p:nvCxnSpPr>
        <p:spPr>
          <a:xfrm>
            <a:off x="-46687" y="5174660"/>
            <a:ext cx="59978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D33AEC38-BC25-4622-93B3-4D66AF48FCED}"/>
              </a:ext>
            </a:extLst>
          </p:cNvPr>
          <p:cNvCxnSpPr/>
          <p:nvPr/>
        </p:nvCxnSpPr>
        <p:spPr>
          <a:xfrm>
            <a:off x="271968" y="5044197"/>
            <a:ext cx="0" cy="2632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C9CDE40-5576-434E-AF3A-D2DF7915DAB9}"/>
                  </a:ext>
                </a:extLst>
              </p:cNvPr>
              <p:cNvSpPr txBox="1"/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PE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P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2.5</m:t>
                          </m:r>
                        </m:num>
                        <m:den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3.5</m:t>
                          </m:r>
                        </m:den>
                      </m:f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=0.71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3C9CDE40-5576-434E-AF3A-D2DF7915D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009" y="5295244"/>
                <a:ext cx="2237792" cy="5727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07962B75-13DF-4A54-A940-0BF70A5C7D17}"/>
                  </a:ext>
                </a:extLst>
              </p:cNvPr>
              <p:cNvSpPr txBox="1"/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=0.051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07962B75-13DF-4A54-A940-0BF70A5C7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009156"/>
                <a:ext cx="1484765" cy="298415"/>
              </a:xfrm>
              <a:prstGeom prst="rect">
                <a:avLst/>
              </a:prstGeom>
              <a:blipFill>
                <a:blip r:embed="rId7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436F8D5-0F7F-41AE-93A6-70B8C44CE097}"/>
                  </a:ext>
                </a:extLst>
              </p:cNvPr>
              <p:cNvSpPr txBox="1"/>
              <p:nvPr/>
            </p:nvSpPr>
            <p:spPr>
              <a:xfrm>
                <a:off x="371083" y="6490180"/>
                <a:ext cx="1480342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=0.011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436F8D5-0F7F-41AE-93A6-70B8C44CE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083" y="6490180"/>
                <a:ext cx="1480342" cy="298415"/>
              </a:xfrm>
              <a:prstGeom prst="rect">
                <a:avLst/>
              </a:prstGeom>
              <a:blipFill>
                <a:blip r:embed="rId8"/>
                <a:stretch>
                  <a:fillRect l="-3704" r="-3292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Cerrar llave 31">
            <a:extLst>
              <a:ext uri="{FF2B5EF4-FFF2-40B4-BE49-F238E27FC236}">
                <a16:creationId xmlns:a16="http://schemas.microsoft.com/office/drawing/2014/main" id="{770ED6CC-959B-46E4-8684-8F2422691C8C}"/>
              </a:ext>
            </a:extLst>
          </p:cNvPr>
          <p:cNvSpPr/>
          <p:nvPr/>
        </p:nvSpPr>
        <p:spPr>
          <a:xfrm>
            <a:off x="1879316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7DDE3EB6-591A-4F9D-AF19-83BE8D6D062F}"/>
                  </a:ext>
                </a:extLst>
              </p:cNvPr>
              <p:cNvSpPr txBox="1"/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=0.70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7DDE3EB6-591A-4F9D-AF19-83BE8D6D0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5626" y="6295078"/>
                <a:ext cx="985013" cy="276999"/>
              </a:xfrm>
              <a:prstGeom prst="rect">
                <a:avLst/>
              </a:prstGeom>
              <a:blipFill>
                <a:blip r:embed="rId9"/>
                <a:stretch>
                  <a:fillRect l="-3086" r="-5556" b="-6667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E3168C5D-88D4-410D-9062-D25F1DA103B7}"/>
                  </a:ext>
                </a:extLst>
              </p:cNvPr>
              <p:cNvSpPr txBox="1"/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=0.047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E3168C5D-88D4-410D-9062-D25F1DA10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009156"/>
                <a:ext cx="1484765" cy="298415"/>
              </a:xfrm>
              <a:prstGeom prst="rect">
                <a:avLst/>
              </a:prstGeom>
              <a:blipFill>
                <a:blip r:embed="rId10"/>
                <a:stretch>
                  <a:fillRect l="-3704" r="-3704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29ADF3ED-614A-43FA-B2C4-B0A106C8BAF5}"/>
                  </a:ext>
                </a:extLst>
              </p:cNvPr>
              <p:cNvSpPr txBox="1"/>
              <p:nvPr/>
            </p:nvSpPr>
            <p:spPr>
              <a:xfrm>
                <a:off x="3161129" y="6490180"/>
                <a:ext cx="14803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=0.013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29ADF3ED-614A-43FA-B2C4-B0A106C8B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129" y="6490180"/>
                <a:ext cx="1480341" cy="298415"/>
              </a:xfrm>
              <a:prstGeom prst="rect">
                <a:avLst/>
              </a:prstGeom>
              <a:blipFill>
                <a:blip r:embed="rId11"/>
                <a:stretch>
                  <a:fillRect l="-3719" r="-3719" b="-20408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Cerrar llave 50">
            <a:extLst>
              <a:ext uri="{FF2B5EF4-FFF2-40B4-BE49-F238E27FC236}">
                <a16:creationId xmlns:a16="http://schemas.microsoft.com/office/drawing/2014/main" id="{7344002E-9AB1-4969-BE2F-87BEC46250EF}"/>
              </a:ext>
            </a:extLst>
          </p:cNvPr>
          <p:cNvSpPr/>
          <p:nvPr/>
        </p:nvSpPr>
        <p:spPr>
          <a:xfrm>
            <a:off x="4669362" y="6009156"/>
            <a:ext cx="101884" cy="84884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71E2A9E8-5746-477F-9668-198B9BBB3D8D}"/>
                  </a:ext>
                </a:extLst>
              </p:cNvPr>
              <p:cNvSpPr txBox="1"/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PE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PE" b="0" i="1" smtClean="0">
                        <a:latin typeface="Cambria Math" panose="02040503050406030204" pitchFamily="18" charset="0"/>
                      </a:rPr>
                      <m:t>=0.7</m:t>
                    </m:r>
                  </m:oMath>
                </a14:m>
                <a:r>
                  <a:rPr lang="es-PE" dirty="0"/>
                  <a:t>5</a:t>
                </a:r>
              </a:p>
            </p:txBody>
          </p:sp>
        </mc:Choice>
        <mc:Fallback xmlns=""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71E2A9E8-5746-477F-9668-198B9BBB3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5672" y="6295078"/>
                <a:ext cx="920893" cy="276999"/>
              </a:xfrm>
              <a:prstGeom prst="rect">
                <a:avLst/>
              </a:prstGeom>
              <a:blipFill>
                <a:blip r:embed="rId12"/>
                <a:stretch>
                  <a:fillRect l="-6623" t="-28889" r="-14570" b="-5111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CuadroTexto 52">
            <a:extLst>
              <a:ext uri="{FF2B5EF4-FFF2-40B4-BE49-F238E27FC236}">
                <a16:creationId xmlns:a16="http://schemas.microsoft.com/office/drawing/2014/main" id="{EA877B77-CD3F-4A6E-B129-9D872F39E00F}"/>
              </a:ext>
            </a:extLst>
          </p:cNvPr>
          <p:cNvSpPr txBox="1"/>
          <p:nvPr/>
        </p:nvSpPr>
        <p:spPr>
          <a:xfrm>
            <a:off x="6873875" y="4868863"/>
            <a:ext cx="3414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Calculando los momentos, totales: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A831E5E-96E9-43F3-902C-75748110E550}"/>
                  </a:ext>
                </a:extLst>
              </p:cNvPr>
              <p:cNvSpPr txBox="1"/>
              <p:nvPr/>
            </p:nvSpPr>
            <p:spPr>
              <a:xfrm>
                <a:off x="6852650" y="5595977"/>
                <a:ext cx="4771756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P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PE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=29.16+166.18=195.34 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𝐾𝑔𝑓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s-PE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PE" dirty="0"/>
              </a:p>
            </p:txBody>
          </p:sp>
        </mc:Choice>
        <mc:Fallback xmlns=""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A831E5E-96E9-43F3-902C-75748110E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650" y="5595977"/>
                <a:ext cx="4771756" cy="298415"/>
              </a:xfrm>
              <a:prstGeom prst="rect">
                <a:avLst/>
              </a:prstGeom>
              <a:blipFill>
                <a:blip r:embed="rId13"/>
                <a:stretch>
                  <a:fillRect l="-639" b="-26531"/>
                </a:stretch>
              </a:blipFill>
            </p:spPr>
            <p:txBody>
              <a:bodyPr/>
              <a:lstStyle/>
              <a:p>
                <a:r>
                  <a:rPr lang="es-P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42717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39A1290A-0628-4335-8D50-C9EFDEEC7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93" y="309774"/>
            <a:ext cx="11053987" cy="928654"/>
          </a:xfrm>
        </p:spPr>
        <p:txBody>
          <a:bodyPr/>
          <a:lstStyle/>
          <a:p>
            <a:r>
              <a:rPr lang="es-PE" sz="2400" dirty="0"/>
              <a:t>Trabajo: Calcular los momentos positivos y negativos de la siguiente losa: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A13EBA6-A7AD-44E3-992D-8C78FD4C0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03" y="2291009"/>
            <a:ext cx="6480175" cy="4500563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47B07B7A-5511-45A5-82AF-D518CA4B3D95}"/>
              </a:ext>
            </a:extLst>
          </p:cNvPr>
          <p:cNvCxnSpPr/>
          <p:nvPr/>
        </p:nvCxnSpPr>
        <p:spPr>
          <a:xfrm>
            <a:off x="7726010" y="2002809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3C6F70A-2EC5-4807-AD40-706F1D73039A}"/>
              </a:ext>
            </a:extLst>
          </p:cNvPr>
          <p:cNvCxnSpPr>
            <a:cxnSpLocks/>
          </p:cNvCxnSpPr>
          <p:nvPr/>
        </p:nvCxnSpPr>
        <p:spPr>
          <a:xfrm>
            <a:off x="7558606" y="247198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548C4C7-B8DF-4DCA-9449-18378ED09D77}"/>
              </a:ext>
            </a:extLst>
          </p:cNvPr>
          <p:cNvCxnSpPr>
            <a:cxnSpLocks/>
          </p:cNvCxnSpPr>
          <p:nvPr/>
        </p:nvCxnSpPr>
        <p:spPr>
          <a:xfrm>
            <a:off x="7543887" y="367733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9D86D55-3531-4BAD-8605-662CEA01D780}"/>
              </a:ext>
            </a:extLst>
          </p:cNvPr>
          <p:cNvCxnSpPr>
            <a:cxnSpLocks/>
          </p:cNvCxnSpPr>
          <p:nvPr/>
        </p:nvCxnSpPr>
        <p:spPr>
          <a:xfrm>
            <a:off x="7543019" y="386451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0EDA2C4-6A43-490D-B0EC-49D594B24B3B}"/>
              </a:ext>
            </a:extLst>
          </p:cNvPr>
          <p:cNvCxnSpPr>
            <a:cxnSpLocks/>
          </p:cNvCxnSpPr>
          <p:nvPr/>
        </p:nvCxnSpPr>
        <p:spPr>
          <a:xfrm>
            <a:off x="7530896" y="539327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5118474D-E5CA-4E86-9BE4-81C8B58F444E}"/>
              </a:ext>
            </a:extLst>
          </p:cNvPr>
          <p:cNvCxnSpPr>
            <a:cxnSpLocks/>
          </p:cNvCxnSpPr>
          <p:nvPr/>
        </p:nvCxnSpPr>
        <p:spPr>
          <a:xfrm>
            <a:off x="7530031" y="55733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64331040-9836-41D0-9F63-0F89EA71EA62}"/>
              </a:ext>
            </a:extLst>
          </p:cNvPr>
          <p:cNvCxnSpPr>
            <a:cxnSpLocks/>
          </p:cNvCxnSpPr>
          <p:nvPr/>
        </p:nvCxnSpPr>
        <p:spPr>
          <a:xfrm>
            <a:off x="7517041" y="661218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9DBF172-0E23-4B0F-85EC-353B3B27C874}"/>
              </a:ext>
            </a:extLst>
          </p:cNvPr>
          <p:cNvSpPr txBox="1"/>
          <p:nvPr/>
        </p:nvSpPr>
        <p:spPr>
          <a:xfrm>
            <a:off x="7757740" y="5830023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2.20 m</a:t>
            </a:r>
            <a:endParaRPr lang="es-PE" sz="2000" b="1" baseline="-250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8C6206C-FAB4-424F-980E-20C345B59C68}"/>
              </a:ext>
            </a:extLst>
          </p:cNvPr>
          <p:cNvSpPr txBox="1"/>
          <p:nvPr/>
        </p:nvSpPr>
        <p:spPr>
          <a:xfrm>
            <a:off x="7790067" y="4375770"/>
            <a:ext cx="779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2.5 m</a:t>
            </a:r>
            <a:endParaRPr lang="es-PE" sz="2000" b="1" baseline="-250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4F00727-39A5-4C92-8D46-1B35D6579716}"/>
              </a:ext>
            </a:extLst>
          </p:cNvPr>
          <p:cNvSpPr txBox="1"/>
          <p:nvPr/>
        </p:nvSpPr>
        <p:spPr>
          <a:xfrm>
            <a:off x="7790067" y="2908304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2.40 m</a:t>
            </a:r>
            <a:endParaRPr lang="es-PE" sz="2000" b="1" baseline="-25000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45EA771-5951-4D88-A452-10D2A13B1FE2}"/>
              </a:ext>
            </a:extLst>
          </p:cNvPr>
          <p:cNvCxnSpPr>
            <a:cxnSpLocks/>
          </p:cNvCxnSpPr>
          <p:nvPr/>
        </p:nvCxnSpPr>
        <p:spPr>
          <a:xfrm rot="5400000">
            <a:off x="3812918" y="-1431298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3371C21-D2EF-41E6-B1F4-A27B1DA8FFA9}"/>
              </a:ext>
            </a:extLst>
          </p:cNvPr>
          <p:cNvCxnSpPr>
            <a:cxnSpLocks/>
          </p:cNvCxnSpPr>
          <p:nvPr/>
        </p:nvCxnSpPr>
        <p:spPr>
          <a:xfrm rot="5400000">
            <a:off x="634867" y="2009011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A666711-E01B-4BB0-9317-B7ADE0551ADD}"/>
              </a:ext>
            </a:extLst>
          </p:cNvPr>
          <p:cNvCxnSpPr>
            <a:cxnSpLocks/>
          </p:cNvCxnSpPr>
          <p:nvPr/>
        </p:nvCxnSpPr>
        <p:spPr>
          <a:xfrm rot="5400000">
            <a:off x="2327143" y="20145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E1481D46-149C-4BA0-BC9C-167E96627694}"/>
              </a:ext>
            </a:extLst>
          </p:cNvPr>
          <p:cNvCxnSpPr>
            <a:cxnSpLocks/>
          </p:cNvCxnSpPr>
          <p:nvPr/>
        </p:nvCxnSpPr>
        <p:spPr>
          <a:xfrm rot="5400000">
            <a:off x="2451834" y="2036361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FCAD22E-8BBA-496F-ACB2-C15C652E7491}"/>
              </a:ext>
            </a:extLst>
          </p:cNvPr>
          <p:cNvCxnSpPr>
            <a:cxnSpLocks/>
          </p:cNvCxnSpPr>
          <p:nvPr/>
        </p:nvCxnSpPr>
        <p:spPr>
          <a:xfrm rot="5400000">
            <a:off x="4543869" y="2044297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82652BD4-1D0D-4C87-9F23-F4CB93C7DF1F}"/>
              </a:ext>
            </a:extLst>
          </p:cNvPr>
          <p:cNvCxnSpPr>
            <a:cxnSpLocks/>
          </p:cNvCxnSpPr>
          <p:nvPr/>
        </p:nvCxnSpPr>
        <p:spPr>
          <a:xfrm rot="5400000">
            <a:off x="4668560" y="204429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6ED6E46E-8391-4B7E-BB03-53DE13A32485}"/>
              </a:ext>
            </a:extLst>
          </p:cNvPr>
          <p:cNvCxnSpPr>
            <a:cxnSpLocks/>
          </p:cNvCxnSpPr>
          <p:nvPr/>
        </p:nvCxnSpPr>
        <p:spPr>
          <a:xfrm rot="5400000">
            <a:off x="6843723" y="2041557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3474736-313C-43B3-A763-E66E63DD480D}"/>
              </a:ext>
            </a:extLst>
          </p:cNvPr>
          <p:cNvSpPr txBox="1"/>
          <p:nvPr/>
        </p:nvSpPr>
        <p:spPr>
          <a:xfrm>
            <a:off x="1389761" y="1642715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3.20 m</a:t>
            </a:r>
            <a:endParaRPr lang="es-PE" sz="2000" b="1" baseline="-250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80E4E5-FBB1-4FBC-8D2D-46BD720160C3}"/>
              </a:ext>
            </a:extLst>
          </p:cNvPr>
          <p:cNvSpPr txBox="1"/>
          <p:nvPr/>
        </p:nvSpPr>
        <p:spPr>
          <a:xfrm>
            <a:off x="3469425" y="1656125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3.30 m</a:t>
            </a:r>
            <a:endParaRPr lang="es-PE" sz="2000" b="1" baseline="-250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9F092C0-7B6D-4453-9519-A3D1B2BE2A50}"/>
              </a:ext>
            </a:extLst>
          </p:cNvPr>
          <p:cNvSpPr txBox="1"/>
          <p:nvPr/>
        </p:nvSpPr>
        <p:spPr>
          <a:xfrm>
            <a:off x="5694587" y="1628775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3.15 m</a:t>
            </a:r>
            <a:endParaRPr lang="es-PE" sz="2000" b="1" baseline="-250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9A22E5D-B21B-4484-96F9-A1CA1BC046E1}"/>
              </a:ext>
            </a:extLst>
          </p:cNvPr>
          <p:cNvSpPr txBox="1"/>
          <p:nvPr/>
        </p:nvSpPr>
        <p:spPr>
          <a:xfrm>
            <a:off x="974582" y="2954470"/>
            <a:ext cx="1324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ALEXANDER</a:t>
            </a:r>
            <a:endParaRPr lang="es-PE" b="1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53C92EF-D1FB-469B-8A43-11D599CAD45E}"/>
              </a:ext>
            </a:extLst>
          </p:cNvPr>
          <p:cNvSpPr txBox="1"/>
          <p:nvPr/>
        </p:nvSpPr>
        <p:spPr>
          <a:xfrm>
            <a:off x="2971373" y="2976753"/>
            <a:ext cx="13532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ANDERSOON</a:t>
            </a:r>
            <a:endParaRPr lang="es-PE" b="1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194711B-BACC-4FF6-A34C-CA30585FC278}"/>
              </a:ext>
            </a:extLst>
          </p:cNvPr>
          <p:cNvSpPr txBox="1"/>
          <p:nvPr/>
        </p:nvSpPr>
        <p:spPr>
          <a:xfrm>
            <a:off x="5463111" y="2954470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BRUCE</a:t>
            </a:r>
            <a:endParaRPr lang="es-PE" b="1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06311C4-9303-498A-9D1E-D0D279E33BB4}"/>
              </a:ext>
            </a:extLst>
          </p:cNvPr>
          <p:cNvSpPr txBox="1"/>
          <p:nvPr/>
        </p:nvSpPr>
        <p:spPr>
          <a:xfrm>
            <a:off x="912503" y="4540877"/>
            <a:ext cx="1630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EDWIN ROMULO</a:t>
            </a:r>
            <a:endParaRPr lang="es-PE" b="1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201749F-2E24-41BB-B1C8-08CE0308266A}"/>
              </a:ext>
            </a:extLst>
          </p:cNvPr>
          <p:cNvSpPr txBox="1"/>
          <p:nvPr/>
        </p:nvSpPr>
        <p:spPr>
          <a:xfrm>
            <a:off x="3182955" y="4561086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EDWIN</a:t>
            </a:r>
            <a:endParaRPr lang="es-PE" b="1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D356A456-8CCF-44EF-8AA7-60C19A19E6E8}"/>
              </a:ext>
            </a:extLst>
          </p:cNvPr>
          <p:cNvSpPr txBox="1"/>
          <p:nvPr/>
        </p:nvSpPr>
        <p:spPr>
          <a:xfrm>
            <a:off x="5503187" y="4601404"/>
            <a:ext cx="13420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FRANK ALEX</a:t>
            </a:r>
            <a:endParaRPr lang="es-PE" b="1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5B4A5BC-6C62-4EF6-AC92-13F76595A583}"/>
              </a:ext>
            </a:extLst>
          </p:cNvPr>
          <p:cNvSpPr txBox="1"/>
          <p:nvPr/>
        </p:nvSpPr>
        <p:spPr>
          <a:xfrm>
            <a:off x="801896" y="5913438"/>
            <a:ext cx="1741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FRANKLYN ABAD</a:t>
            </a:r>
            <a:endParaRPr lang="es-PE" b="1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C186C7B-3B96-4DAC-B671-F38C32CAE521}"/>
              </a:ext>
            </a:extLst>
          </p:cNvPr>
          <p:cNvSpPr txBox="1"/>
          <p:nvPr/>
        </p:nvSpPr>
        <p:spPr>
          <a:xfrm>
            <a:off x="2971373" y="5830023"/>
            <a:ext cx="1112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HIPOLITO </a:t>
            </a:r>
          </a:p>
          <a:p>
            <a:r>
              <a:rPr lang="es-MX" b="1" dirty="0"/>
              <a:t>ABRAHAM</a:t>
            </a:r>
            <a:endParaRPr lang="es-PE" b="1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EAA606E1-D1B7-4690-876F-E592DB1E57E2}"/>
              </a:ext>
            </a:extLst>
          </p:cNvPr>
          <p:cNvSpPr txBox="1"/>
          <p:nvPr/>
        </p:nvSpPr>
        <p:spPr>
          <a:xfrm>
            <a:off x="5486001" y="5830023"/>
            <a:ext cx="13035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JAMES </a:t>
            </a:r>
          </a:p>
          <a:p>
            <a:r>
              <a:rPr lang="es-MX" b="1" dirty="0"/>
              <a:t>ALEXANDER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22812201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202B18A4-6820-4AEA-8C21-536201530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03" y="2291009"/>
            <a:ext cx="6480175" cy="4500563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1B94A3D-1D20-422A-BC52-DB71281F88D9}"/>
              </a:ext>
            </a:extLst>
          </p:cNvPr>
          <p:cNvCxnSpPr/>
          <p:nvPr/>
        </p:nvCxnSpPr>
        <p:spPr>
          <a:xfrm>
            <a:off x="7726010" y="2002809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549C5727-B8E2-4043-A860-560CFC7AC302}"/>
              </a:ext>
            </a:extLst>
          </p:cNvPr>
          <p:cNvCxnSpPr>
            <a:cxnSpLocks/>
          </p:cNvCxnSpPr>
          <p:nvPr/>
        </p:nvCxnSpPr>
        <p:spPr>
          <a:xfrm>
            <a:off x="7558606" y="247198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DAC3AE9-CF78-4B99-BA92-240C72E531C0}"/>
              </a:ext>
            </a:extLst>
          </p:cNvPr>
          <p:cNvCxnSpPr>
            <a:cxnSpLocks/>
          </p:cNvCxnSpPr>
          <p:nvPr/>
        </p:nvCxnSpPr>
        <p:spPr>
          <a:xfrm>
            <a:off x="7543887" y="367733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592720EE-7684-4AA4-86F7-1C31A8FCDEFC}"/>
              </a:ext>
            </a:extLst>
          </p:cNvPr>
          <p:cNvCxnSpPr>
            <a:cxnSpLocks/>
          </p:cNvCxnSpPr>
          <p:nvPr/>
        </p:nvCxnSpPr>
        <p:spPr>
          <a:xfrm>
            <a:off x="7543019" y="386451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D4C224F-CBC7-4F7B-8C47-651FB19611FE}"/>
              </a:ext>
            </a:extLst>
          </p:cNvPr>
          <p:cNvCxnSpPr>
            <a:cxnSpLocks/>
          </p:cNvCxnSpPr>
          <p:nvPr/>
        </p:nvCxnSpPr>
        <p:spPr>
          <a:xfrm>
            <a:off x="7530896" y="539327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7555B45-1F86-4C52-A971-9F672603B620}"/>
              </a:ext>
            </a:extLst>
          </p:cNvPr>
          <p:cNvCxnSpPr>
            <a:cxnSpLocks/>
          </p:cNvCxnSpPr>
          <p:nvPr/>
        </p:nvCxnSpPr>
        <p:spPr>
          <a:xfrm>
            <a:off x="7530031" y="55733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937AFC05-F522-4AC6-BBDE-5FB101960028}"/>
              </a:ext>
            </a:extLst>
          </p:cNvPr>
          <p:cNvCxnSpPr>
            <a:cxnSpLocks/>
          </p:cNvCxnSpPr>
          <p:nvPr/>
        </p:nvCxnSpPr>
        <p:spPr>
          <a:xfrm>
            <a:off x="7517041" y="661218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B307CBA-0E61-491B-995D-93EA50FC35B5}"/>
              </a:ext>
            </a:extLst>
          </p:cNvPr>
          <p:cNvSpPr txBox="1"/>
          <p:nvPr/>
        </p:nvSpPr>
        <p:spPr>
          <a:xfrm>
            <a:off x="7757740" y="5830023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2.40 m</a:t>
            </a:r>
            <a:endParaRPr lang="es-PE" sz="2000" b="1" baseline="-250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5B96610-9BF1-418E-A26E-342BE95271A3}"/>
              </a:ext>
            </a:extLst>
          </p:cNvPr>
          <p:cNvSpPr txBox="1"/>
          <p:nvPr/>
        </p:nvSpPr>
        <p:spPr>
          <a:xfrm>
            <a:off x="7790067" y="4375770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2.35 m</a:t>
            </a:r>
            <a:endParaRPr lang="es-PE" sz="2000" b="1" baseline="-250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019D681-266C-4339-868B-FCD21E3BAB2A}"/>
              </a:ext>
            </a:extLst>
          </p:cNvPr>
          <p:cNvSpPr txBox="1"/>
          <p:nvPr/>
        </p:nvSpPr>
        <p:spPr>
          <a:xfrm>
            <a:off x="7790067" y="2908304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2.60 m</a:t>
            </a:r>
            <a:endParaRPr lang="es-PE" sz="2000" b="1" baseline="-25000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AB955239-B3F9-4F57-9A35-F3EFD7187D0C}"/>
              </a:ext>
            </a:extLst>
          </p:cNvPr>
          <p:cNvCxnSpPr>
            <a:cxnSpLocks/>
          </p:cNvCxnSpPr>
          <p:nvPr/>
        </p:nvCxnSpPr>
        <p:spPr>
          <a:xfrm rot="5400000">
            <a:off x="3812918" y="-1431298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E56FA95F-B902-4D38-8D8B-6213AA025AF2}"/>
              </a:ext>
            </a:extLst>
          </p:cNvPr>
          <p:cNvCxnSpPr>
            <a:cxnSpLocks/>
          </p:cNvCxnSpPr>
          <p:nvPr/>
        </p:nvCxnSpPr>
        <p:spPr>
          <a:xfrm rot="5400000">
            <a:off x="634867" y="2009011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12BAF335-6048-4CC0-B91B-DB18E398449B}"/>
              </a:ext>
            </a:extLst>
          </p:cNvPr>
          <p:cNvCxnSpPr>
            <a:cxnSpLocks/>
          </p:cNvCxnSpPr>
          <p:nvPr/>
        </p:nvCxnSpPr>
        <p:spPr>
          <a:xfrm rot="5400000">
            <a:off x="2327143" y="20145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88C9C02-618E-4577-A546-363FB5BF26B3}"/>
              </a:ext>
            </a:extLst>
          </p:cNvPr>
          <p:cNvCxnSpPr>
            <a:cxnSpLocks/>
          </p:cNvCxnSpPr>
          <p:nvPr/>
        </p:nvCxnSpPr>
        <p:spPr>
          <a:xfrm rot="5400000">
            <a:off x="2451834" y="2036361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83CFBBB0-91AB-4152-AD6E-1B20978A6A5C}"/>
              </a:ext>
            </a:extLst>
          </p:cNvPr>
          <p:cNvCxnSpPr>
            <a:cxnSpLocks/>
          </p:cNvCxnSpPr>
          <p:nvPr/>
        </p:nvCxnSpPr>
        <p:spPr>
          <a:xfrm rot="5400000">
            <a:off x="4543869" y="2044297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E9D2792-B1FA-4B56-8A06-0E11D70950B9}"/>
              </a:ext>
            </a:extLst>
          </p:cNvPr>
          <p:cNvCxnSpPr>
            <a:cxnSpLocks/>
          </p:cNvCxnSpPr>
          <p:nvPr/>
        </p:nvCxnSpPr>
        <p:spPr>
          <a:xfrm rot="5400000">
            <a:off x="4668560" y="204429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11204C5A-B2B3-4E74-9490-D024F3D5DA12}"/>
              </a:ext>
            </a:extLst>
          </p:cNvPr>
          <p:cNvCxnSpPr>
            <a:cxnSpLocks/>
          </p:cNvCxnSpPr>
          <p:nvPr/>
        </p:nvCxnSpPr>
        <p:spPr>
          <a:xfrm rot="5400000">
            <a:off x="6843723" y="2041557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686ABAC-B4E5-4DC2-B91A-A9602B0CF1F2}"/>
              </a:ext>
            </a:extLst>
          </p:cNvPr>
          <p:cNvSpPr txBox="1"/>
          <p:nvPr/>
        </p:nvSpPr>
        <p:spPr>
          <a:xfrm>
            <a:off x="1389761" y="1642715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3.60 m</a:t>
            </a:r>
            <a:endParaRPr lang="es-PE" sz="2000" b="1" baseline="-250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7F25980-38B2-45FF-B81E-E4040AB29F44}"/>
              </a:ext>
            </a:extLst>
          </p:cNvPr>
          <p:cNvSpPr txBox="1"/>
          <p:nvPr/>
        </p:nvSpPr>
        <p:spPr>
          <a:xfrm>
            <a:off x="3469425" y="1656125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3.45 m</a:t>
            </a:r>
            <a:endParaRPr lang="es-PE" sz="2000" b="1" baseline="-250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1A04682-3A2E-43D3-92A1-9C0021F6B444}"/>
              </a:ext>
            </a:extLst>
          </p:cNvPr>
          <p:cNvSpPr txBox="1"/>
          <p:nvPr/>
        </p:nvSpPr>
        <p:spPr>
          <a:xfrm>
            <a:off x="5694587" y="1628775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3.35 m</a:t>
            </a:r>
            <a:endParaRPr lang="es-PE" sz="2000" b="1" baseline="-25000" dirty="0"/>
          </a:p>
        </p:txBody>
      </p:sp>
      <p:sp>
        <p:nvSpPr>
          <p:cNvPr id="35" name="Título 6">
            <a:extLst>
              <a:ext uri="{FF2B5EF4-FFF2-40B4-BE49-F238E27FC236}">
                <a16:creationId xmlns:a16="http://schemas.microsoft.com/office/drawing/2014/main" id="{A3C6A9BD-C620-4896-BBDB-B887BFF8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93" y="460231"/>
            <a:ext cx="11053987" cy="928654"/>
          </a:xfrm>
        </p:spPr>
        <p:txBody>
          <a:bodyPr/>
          <a:lstStyle/>
          <a:p>
            <a:r>
              <a:rPr lang="es-PE" sz="2400" dirty="0"/>
              <a:t>Trabajo: Calcular los momentos positivos y negativos de la siguiente losa: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BE9CCB3-6326-4AAC-A449-B74942E88FA3}"/>
              </a:ext>
            </a:extLst>
          </p:cNvPr>
          <p:cNvSpPr txBox="1"/>
          <p:nvPr/>
        </p:nvSpPr>
        <p:spPr>
          <a:xfrm>
            <a:off x="1055688" y="2785194"/>
            <a:ext cx="1053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JOEL </a:t>
            </a:r>
          </a:p>
          <a:p>
            <a:r>
              <a:rPr lang="es-MX" b="1" dirty="0"/>
              <a:t>ERNESTO</a:t>
            </a:r>
            <a:endParaRPr lang="es-PE" b="1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CA65F93-DB84-439C-80FE-0EDD0199BF6C}"/>
              </a:ext>
            </a:extLst>
          </p:cNvPr>
          <p:cNvSpPr txBox="1"/>
          <p:nvPr/>
        </p:nvSpPr>
        <p:spPr>
          <a:xfrm>
            <a:off x="3052689" y="2723594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JULIAN</a:t>
            </a:r>
            <a:endParaRPr lang="es-PE" b="1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527A1E6-9E26-49DA-9947-29AAE3D0101C}"/>
              </a:ext>
            </a:extLst>
          </p:cNvPr>
          <p:cNvSpPr txBox="1"/>
          <p:nvPr/>
        </p:nvSpPr>
        <p:spPr>
          <a:xfrm>
            <a:off x="5111141" y="2723594"/>
            <a:ext cx="1300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LUZ MARINA</a:t>
            </a:r>
            <a:endParaRPr lang="es-PE" b="1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D9211D2-1963-4FB0-9DC5-7F76E2E5F4DB}"/>
              </a:ext>
            </a:extLst>
          </p:cNvPr>
          <p:cNvSpPr txBox="1"/>
          <p:nvPr/>
        </p:nvSpPr>
        <p:spPr>
          <a:xfrm>
            <a:off x="1083656" y="4350766"/>
            <a:ext cx="1011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MARCO </a:t>
            </a:r>
          </a:p>
          <a:p>
            <a:r>
              <a:rPr lang="es-MX" b="1" dirty="0"/>
              <a:t>ANTONIO</a:t>
            </a:r>
            <a:endParaRPr lang="es-PE" b="1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C8904F77-8DF5-4616-89B5-40A35625CA04}"/>
              </a:ext>
            </a:extLst>
          </p:cNvPr>
          <p:cNvSpPr txBox="1"/>
          <p:nvPr/>
        </p:nvSpPr>
        <p:spPr>
          <a:xfrm>
            <a:off x="3108352" y="4451216"/>
            <a:ext cx="8931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NANDO </a:t>
            </a:r>
          </a:p>
          <a:p>
            <a:r>
              <a:rPr lang="es-MX" b="1" dirty="0"/>
              <a:t>JOSEL</a:t>
            </a:r>
            <a:endParaRPr lang="es-PE" b="1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9919D98-2A45-41F7-BC85-4A2EF0E4686F}"/>
              </a:ext>
            </a:extLst>
          </p:cNvPr>
          <p:cNvSpPr txBox="1"/>
          <p:nvPr/>
        </p:nvSpPr>
        <p:spPr>
          <a:xfrm>
            <a:off x="5255688" y="4388251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NOELI</a:t>
            </a:r>
            <a:endParaRPr lang="es-PE" b="1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E577D5A-E23E-431B-AB1F-211F5127478F}"/>
              </a:ext>
            </a:extLst>
          </p:cNvPr>
          <p:cNvSpPr txBox="1"/>
          <p:nvPr/>
        </p:nvSpPr>
        <p:spPr>
          <a:xfrm>
            <a:off x="1215988" y="6000948"/>
            <a:ext cx="805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PERCY</a:t>
            </a:r>
            <a:endParaRPr lang="es-PE" b="1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5E912EB-9872-440D-B426-058F9622ACBE}"/>
              </a:ext>
            </a:extLst>
          </p:cNvPr>
          <p:cNvSpPr txBox="1"/>
          <p:nvPr/>
        </p:nvSpPr>
        <p:spPr>
          <a:xfrm>
            <a:off x="3099813" y="5903250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RAUL</a:t>
            </a:r>
            <a:endParaRPr lang="es-PE" b="1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32707F4C-4DF0-4DF5-A66F-326F367A95BA}"/>
              </a:ext>
            </a:extLst>
          </p:cNvPr>
          <p:cNvSpPr txBox="1"/>
          <p:nvPr/>
        </p:nvSpPr>
        <p:spPr>
          <a:xfrm>
            <a:off x="5541831" y="5923558"/>
            <a:ext cx="824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RUBEN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15309231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1C308286-DE88-4E2E-9900-C45A0C623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03" y="2291009"/>
            <a:ext cx="6480175" cy="4500563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D82B351-2876-4089-9358-C44EB45B18AD}"/>
              </a:ext>
            </a:extLst>
          </p:cNvPr>
          <p:cNvCxnSpPr/>
          <p:nvPr/>
        </p:nvCxnSpPr>
        <p:spPr>
          <a:xfrm>
            <a:off x="7726010" y="2002809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F931607-050F-4B22-86AC-54B3F6FAAA2D}"/>
              </a:ext>
            </a:extLst>
          </p:cNvPr>
          <p:cNvCxnSpPr>
            <a:cxnSpLocks/>
          </p:cNvCxnSpPr>
          <p:nvPr/>
        </p:nvCxnSpPr>
        <p:spPr>
          <a:xfrm>
            <a:off x="7558606" y="247198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7C1B471-92D5-4EC5-A884-792F0ED3DEE7}"/>
              </a:ext>
            </a:extLst>
          </p:cNvPr>
          <p:cNvCxnSpPr>
            <a:cxnSpLocks/>
          </p:cNvCxnSpPr>
          <p:nvPr/>
        </p:nvCxnSpPr>
        <p:spPr>
          <a:xfrm>
            <a:off x="7543887" y="367733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0A57DAD-41B1-40F4-B6BB-C7CD991B5759}"/>
              </a:ext>
            </a:extLst>
          </p:cNvPr>
          <p:cNvCxnSpPr>
            <a:cxnSpLocks/>
          </p:cNvCxnSpPr>
          <p:nvPr/>
        </p:nvCxnSpPr>
        <p:spPr>
          <a:xfrm>
            <a:off x="7543019" y="386451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AFE9C71-00BE-4FE5-ABA7-9F704ADE2743}"/>
              </a:ext>
            </a:extLst>
          </p:cNvPr>
          <p:cNvCxnSpPr>
            <a:cxnSpLocks/>
          </p:cNvCxnSpPr>
          <p:nvPr/>
        </p:nvCxnSpPr>
        <p:spPr>
          <a:xfrm>
            <a:off x="7530896" y="539327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0461055-2380-4FD9-991C-DFB17DF9332C}"/>
              </a:ext>
            </a:extLst>
          </p:cNvPr>
          <p:cNvCxnSpPr>
            <a:cxnSpLocks/>
          </p:cNvCxnSpPr>
          <p:nvPr/>
        </p:nvCxnSpPr>
        <p:spPr>
          <a:xfrm>
            <a:off x="7530031" y="55733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471082B-F89D-48C4-9845-BF752C30E777}"/>
              </a:ext>
            </a:extLst>
          </p:cNvPr>
          <p:cNvCxnSpPr>
            <a:cxnSpLocks/>
          </p:cNvCxnSpPr>
          <p:nvPr/>
        </p:nvCxnSpPr>
        <p:spPr>
          <a:xfrm>
            <a:off x="7517041" y="661218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5950AED-C3D9-4FA3-A28D-CB698F50FC8B}"/>
              </a:ext>
            </a:extLst>
          </p:cNvPr>
          <p:cNvSpPr txBox="1"/>
          <p:nvPr/>
        </p:nvSpPr>
        <p:spPr>
          <a:xfrm>
            <a:off x="7757740" y="5830023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1.90 m</a:t>
            </a:r>
            <a:endParaRPr lang="es-PE" sz="2000" b="1" baseline="-250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5245A5F-6034-4361-BA41-650CE026EF48}"/>
              </a:ext>
            </a:extLst>
          </p:cNvPr>
          <p:cNvSpPr txBox="1"/>
          <p:nvPr/>
        </p:nvSpPr>
        <p:spPr>
          <a:xfrm>
            <a:off x="7790067" y="4375770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2.00 m</a:t>
            </a:r>
            <a:endParaRPr lang="es-PE" sz="2000" b="1" baseline="-250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3434442-AD11-40C5-8B25-B7A7042B3AB5}"/>
              </a:ext>
            </a:extLst>
          </p:cNvPr>
          <p:cNvSpPr txBox="1"/>
          <p:nvPr/>
        </p:nvSpPr>
        <p:spPr>
          <a:xfrm>
            <a:off x="7790067" y="2908304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2.40 m</a:t>
            </a:r>
            <a:endParaRPr lang="es-PE" sz="2000" b="1" baseline="-25000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4A35544F-338D-4C37-BD27-71831A57560E}"/>
              </a:ext>
            </a:extLst>
          </p:cNvPr>
          <p:cNvCxnSpPr>
            <a:cxnSpLocks/>
          </p:cNvCxnSpPr>
          <p:nvPr/>
        </p:nvCxnSpPr>
        <p:spPr>
          <a:xfrm rot="5400000">
            <a:off x="3812918" y="-1431298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7F887E6-3DC4-4E14-B7B2-46842F959822}"/>
              </a:ext>
            </a:extLst>
          </p:cNvPr>
          <p:cNvCxnSpPr>
            <a:cxnSpLocks/>
          </p:cNvCxnSpPr>
          <p:nvPr/>
        </p:nvCxnSpPr>
        <p:spPr>
          <a:xfrm rot="5400000">
            <a:off x="634867" y="2009011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4FA1957-820F-4519-BD15-0B699DF7081A}"/>
              </a:ext>
            </a:extLst>
          </p:cNvPr>
          <p:cNvCxnSpPr>
            <a:cxnSpLocks/>
          </p:cNvCxnSpPr>
          <p:nvPr/>
        </p:nvCxnSpPr>
        <p:spPr>
          <a:xfrm rot="5400000">
            <a:off x="2327143" y="20145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298BABB-1A93-48F3-A2C6-B9F880C3CB7F}"/>
              </a:ext>
            </a:extLst>
          </p:cNvPr>
          <p:cNvCxnSpPr>
            <a:cxnSpLocks/>
          </p:cNvCxnSpPr>
          <p:nvPr/>
        </p:nvCxnSpPr>
        <p:spPr>
          <a:xfrm rot="5400000">
            <a:off x="2451834" y="2036361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657E271-7919-46F9-8325-527DD1590894}"/>
              </a:ext>
            </a:extLst>
          </p:cNvPr>
          <p:cNvCxnSpPr>
            <a:cxnSpLocks/>
          </p:cNvCxnSpPr>
          <p:nvPr/>
        </p:nvCxnSpPr>
        <p:spPr>
          <a:xfrm rot="5400000">
            <a:off x="4543869" y="2044297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65C415F-0585-4CD8-BE4C-D676589B6AFD}"/>
              </a:ext>
            </a:extLst>
          </p:cNvPr>
          <p:cNvCxnSpPr>
            <a:cxnSpLocks/>
          </p:cNvCxnSpPr>
          <p:nvPr/>
        </p:nvCxnSpPr>
        <p:spPr>
          <a:xfrm rot="5400000">
            <a:off x="4668560" y="204429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E44B4F3-4DE8-4370-B9D6-7EC43432C98D}"/>
              </a:ext>
            </a:extLst>
          </p:cNvPr>
          <p:cNvCxnSpPr>
            <a:cxnSpLocks/>
          </p:cNvCxnSpPr>
          <p:nvPr/>
        </p:nvCxnSpPr>
        <p:spPr>
          <a:xfrm rot="5400000">
            <a:off x="6843723" y="2041557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723BAF8-E591-4685-A7ED-87EDE7396304}"/>
              </a:ext>
            </a:extLst>
          </p:cNvPr>
          <p:cNvSpPr txBox="1"/>
          <p:nvPr/>
        </p:nvSpPr>
        <p:spPr>
          <a:xfrm>
            <a:off x="1389761" y="1642715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2.80 m</a:t>
            </a:r>
            <a:endParaRPr lang="es-PE" sz="2000" b="1" baseline="-250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9365985-BBDD-401A-AF0C-17038027DF28}"/>
              </a:ext>
            </a:extLst>
          </p:cNvPr>
          <p:cNvSpPr txBox="1"/>
          <p:nvPr/>
        </p:nvSpPr>
        <p:spPr>
          <a:xfrm>
            <a:off x="3469425" y="1656125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3.00 m</a:t>
            </a:r>
            <a:endParaRPr lang="es-PE" sz="2000" b="1" baseline="-250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CE2F39E-0D8E-4A36-B9B5-02D1EFA77333}"/>
              </a:ext>
            </a:extLst>
          </p:cNvPr>
          <p:cNvSpPr txBox="1"/>
          <p:nvPr/>
        </p:nvSpPr>
        <p:spPr>
          <a:xfrm>
            <a:off x="5694587" y="1628775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3.25 m</a:t>
            </a:r>
            <a:endParaRPr lang="es-PE" sz="2000" b="1" baseline="-25000" dirty="0"/>
          </a:p>
        </p:txBody>
      </p:sp>
      <p:sp>
        <p:nvSpPr>
          <p:cNvPr id="35" name="Título 6">
            <a:extLst>
              <a:ext uri="{FF2B5EF4-FFF2-40B4-BE49-F238E27FC236}">
                <a16:creationId xmlns:a16="http://schemas.microsoft.com/office/drawing/2014/main" id="{50710EE8-8E02-49DD-960F-92F478026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93" y="460231"/>
            <a:ext cx="11053987" cy="928654"/>
          </a:xfrm>
        </p:spPr>
        <p:txBody>
          <a:bodyPr/>
          <a:lstStyle/>
          <a:p>
            <a:r>
              <a:rPr lang="es-PE" sz="2400" dirty="0"/>
              <a:t>Trabajo: Calcular los momentos positivos y negativos de la siguiente losa: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841D0905-8973-4B7E-99F9-21A09E9FB52E}"/>
              </a:ext>
            </a:extLst>
          </p:cNvPr>
          <p:cNvSpPr txBox="1"/>
          <p:nvPr/>
        </p:nvSpPr>
        <p:spPr>
          <a:xfrm>
            <a:off x="1020107" y="2871318"/>
            <a:ext cx="954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SANDRA</a:t>
            </a:r>
            <a:endParaRPr lang="es-PE" b="1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6739461-67ED-467E-A5F1-34C105A90FDF}"/>
              </a:ext>
            </a:extLst>
          </p:cNvPr>
          <p:cNvSpPr txBox="1"/>
          <p:nvPr/>
        </p:nvSpPr>
        <p:spPr>
          <a:xfrm>
            <a:off x="3117320" y="2914749"/>
            <a:ext cx="12522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SATURNINO</a:t>
            </a:r>
            <a:endParaRPr lang="es-PE" b="1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BA1FB285-BEE8-4400-BD5F-61E05D7DB23B}"/>
              </a:ext>
            </a:extLst>
          </p:cNvPr>
          <p:cNvSpPr txBox="1"/>
          <p:nvPr/>
        </p:nvSpPr>
        <p:spPr>
          <a:xfrm>
            <a:off x="5310307" y="2871317"/>
            <a:ext cx="1531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SAUL AURELIO</a:t>
            </a:r>
            <a:endParaRPr lang="es-PE" b="1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6BF0D919-4438-4B48-997B-506612B07FA9}"/>
              </a:ext>
            </a:extLst>
          </p:cNvPr>
          <p:cNvSpPr txBox="1"/>
          <p:nvPr/>
        </p:nvSpPr>
        <p:spPr>
          <a:xfrm>
            <a:off x="1009231" y="4545721"/>
            <a:ext cx="67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SAUL</a:t>
            </a:r>
            <a:endParaRPr lang="es-PE" b="1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6F10F1C-6263-4FC7-B7BE-2512CF074C03}"/>
              </a:ext>
            </a:extLst>
          </p:cNvPr>
          <p:cNvSpPr txBox="1"/>
          <p:nvPr/>
        </p:nvSpPr>
        <p:spPr>
          <a:xfrm>
            <a:off x="3222317" y="4533999"/>
            <a:ext cx="862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VICTOR</a:t>
            </a:r>
            <a:endParaRPr lang="es-PE" b="1" dirty="0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5E4C4BEA-5086-4FED-B065-A389A79CD942}"/>
              </a:ext>
            </a:extLst>
          </p:cNvPr>
          <p:cNvSpPr txBox="1"/>
          <p:nvPr/>
        </p:nvSpPr>
        <p:spPr>
          <a:xfrm>
            <a:off x="5362293" y="457582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WILSON</a:t>
            </a:r>
            <a:endParaRPr lang="es-PE" b="1" dirty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5679491-306F-4768-A760-3BFD573F0AC3}"/>
              </a:ext>
            </a:extLst>
          </p:cNvPr>
          <p:cNvSpPr txBox="1"/>
          <p:nvPr/>
        </p:nvSpPr>
        <p:spPr>
          <a:xfrm>
            <a:off x="1009231" y="5973914"/>
            <a:ext cx="12330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YAQUELINE</a:t>
            </a:r>
            <a:endParaRPr lang="es-PE" b="1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C4D239B4-7AD7-4CC4-B8AD-E7D715E21865}"/>
              </a:ext>
            </a:extLst>
          </p:cNvPr>
          <p:cNvSpPr txBox="1"/>
          <p:nvPr/>
        </p:nvSpPr>
        <p:spPr>
          <a:xfrm>
            <a:off x="3222317" y="5973914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YONI</a:t>
            </a:r>
            <a:endParaRPr lang="es-PE" b="1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9F909D7-3196-4207-BE4F-D7F515C4E747}"/>
              </a:ext>
            </a:extLst>
          </p:cNvPr>
          <p:cNvSpPr txBox="1"/>
          <p:nvPr/>
        </p:nvSpPr>
        <p:spPr>
          <a:xfrm>
            <a:off x="5310307" y="6030078"/>
            <a:ext cx="12025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b="1" dirty="0"/>
              <a:t>CONSUELO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28714239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1C308286-DE88-4E2E-9900-C45A0C623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966" y="2295439"/>
            <a:ext cx="6480175" cy="4500563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DD82B351-2876-4089-9358-C44EB45B18AD}"/>
              </a:ext>
            </a:extLst>
          </p:cNvPr>
          <p:cNvCxnSpPr/>
          <p:nvPr/>
        </p:nvCxnSpPr>
        <p:spPr>
          <a:xfrm>
            <a:off x="7726010" y="2002809"/>
            <a:ext cx="0" cy="49737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7F931607-050F-4B22-86AC-54B3F6FAAA2D}"/>
              </a:ext>
            </a:extLst>
          </p:cNvPr>
          <p:cNvCxnSpPr>
            <a:cxnSpLocks/>
          </p:cNvCxnSpPr>
          <p:nvPr/>
        </p:nvCxnSpPr>
        <p:spPr>
          <a:xfrm>
            <a:off x="7558606" y="247198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7C1B471-92D5-4EC5-A884-792F0ED3DEE7}"/>
              </a:ext>
            </a:extLst>
          </p:cNvPr>
          <p:cNvCxnSpPr>
            <a:cxnSpLocks/>
          </p:cNvCxnSpPr>
          <p:nvPr/>
        </p:nvCxnSpPr>
        <p:spPr>
          <a:xfrm>
            <a:off x="7543887" y="367733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A0A57DAD-41B1-40F4-B6BB-C7CD991B5759}"/>
              </a:ext>
            </a:extLst>
          </p:cNvPr>
          <p:cNvCxnSpPr>
            <a:cxnSpLocks/>
          </p:cNvCxnSpPr>
          <p:nvPr/>
        </p:nvCxnSpPr>
        <p:spPr>
          <a:xfrm>
            <a:off x="7543019" y="386451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1AFE9C71-00BE-4FE5-ABA7-9F704ADE2743}"/>
              </a:ext>
            </a:extLst>
          </p:cNvPr>
          <p:cNvCxnSpPr>
            <a:cxnSpLocks/>
          </p:cNvCxnSpPr>
          <p:nvPr/>
        </p:nvCxnSpPr>
        <p:spPr>
          <a:xfrm>
            <a:off x="7530896" y="539327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0461055-2380-4FD9-991C-DFB17DF9332C}"/>
              </a:ext>
            </a:extLst>
          </p:cNvPr>
          <p:cNvCxnSpPr>
            <a:cxnSpLocks/>
          </p:cNvCxnSpPr>
          <p:nvPr/>
        </p:nvCxnSpPr>
        <p:spPr>
          <a:xfrm>
            <a:off x="7530031" y="5573383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471082B-F89D-48C4-9845-BF752C30E777}"/>
              </a:ext>
            </a:extLst>
          </p:cNvPr>
          <p:cNvCxnSpPr>
            <a:cxnSpLocks/>
          </p:cNvCxnSpPr>
          <p:nvPr/>
        </p:nvCxnSpPr>
        <p:spPr>
          <a:xfrm>
            <a:off x="7517041" y="6612184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5950AED-C3D9-4FA3-A28D-CB698F50FC8B}"/>
              </a:ext>
            </a:extLst>
          </p:cNvPr>
          <p:cNvSpPr txBox="1"/>
          <p:nvPr/>
        </p:nvSpPr>
        <p:spPr>
          <a:xfrm>
            <a:off x="7757740" y="5830023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1.85 m</a:t>
            </a:r>
            <a:endParaRPr lang="es-PE" sz="2000" b="1" baseline="-25000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5245A5F-6034-4361-BA41-650CE026EF48}"/>
              </a:ext>
            </a:extLst>
          </p:cNvPr>
          <p:cNvSpPr txBox="1"/>
          <p:nvPr/>
        </p:nvSpPr>
        <p:spPr>
          <a:xfrm>
            <a:off x="7790067" y="4375770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2.20 m</a:t>
            </a:r>
            <a:endParaRPr lang="es-PE" sz="2000" b="1" baseline="-250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3434442-AD11-40C5-8B25-B7A7042B3AB5}"/>
              </a:ext>
            </a:extLst>
          </p:cNvPr>
          <p:cNvSpPr txBox="1"/>
          <p:nvPr/>
        </p:nvSpPr>
        <p:spPr>
          <a:xfrm>
            <a:off x="7790067" y="2908304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2.35 m</a:t>
            </a:r>
            <a:endParaRPr lang="es-PE" sz="2000" b="1" baseline="-25000" dirty="0"/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4A35544F-338D-4C37-BD27-71831A57560E}"/>
              </a:ext>
            </a:extLst>
          </p:cNvPr>
          <p:cNvCxnSpPr>
            <a:cxnSpLocks/>
          </p:cNvCxnSpPr>
          <p:nvPr/>
        </p:nvCxnSpPr>
        <p:spPr>
          <a:xfrm rot="5400000">
            <a:off x="3812918" y="-1431298"/>
            <a:ext cx="0" cy="687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7F887E6-3DC4-4E14-B7B2-46842F959822}"/>
              </a:ext>
            </a:extLst>
          </p:cNvPr>
          <p:cNvCxnSpPr>
            <a:cxnSpLocks/>
          </p:cNvCxnSpPr>
          <p:nvPr/>
        </p:nvCxnSpPr>
        <p:spPr>
          <a:xfrm rot="5400000">
            <a:off x="634867" y="2009011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4FA1957-820F-4519-BD15-0B699DF7081A}"/>
              </a:ext>
            </a:extLst>
          </p:cNvPr>
          <p:cNvCxnSpPr>
            <a:cxnSpLocks/>
          </p:cNvCxnSpPr>
          <p:nvPr/>
        </p:nvCxnSpPr>
        <p:spPr>
          <a:xfrm rot="5400000">
            <a:off x="2327143" y="2014570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298BABB-1A93-48F3-A2C6-B9F880C3CB7F}"/>
              </a:ext>
            </a:extLst>
          </p:cNvPr>
          <p:cNvCxnSpPr>
            <a:cxnSpLocks/>
          </p:cNvCxnSpPr>
          <p:nvPr/>
        </p:nvCxnSpPr>
        <p:spPr>
          <a:xfrm rot="5400000">
            <a:off x="2451834" y="2036361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657E271-7919-46F9-8325-527DD1590894}"/>
              </a:ext>
            </a:extLst>
          </p:cNvPr>
          <p:cNvCxnSpPr>
            <a:cxnSpLocks/>
          </p:cNvCxnSpPr>
          <p:nvPr/>
        </p:nvCxnSpPr>
        <p:spPr>
          <a:xfrm rot="5400000">
            <a:off x="4543869" y="2044297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C65C415F-0585-4CD8-BE4C-D676589B6AFD}"/>
              </a:ext>
            </a:extLst>
          </p:cNvPr>
          <p:cNvCxnSpPr>
            <a:cxnSpLocks/>
          </p:cNvCxnSpPr>
          <p:nvPr/>
        </p:nvCxnSpPr>
        <p:spPr>
          <a:xfrm rot="5400000">
            <a:off x="4668560" y="2044299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7E44B4F3-4DE8-4370-B9D6-7EC43432C98D}"/>
              </a:ext>
            </a:extLst>
          </p:cNvPr>
          <p:cNvCxnSpPr>
            <a:cxnSpLocks/>
          </p:cNvCxnSpPr>
          <p:nvPr/>
        </p:nvCxnSpPr>
        <p:spPr>
          <a:xfrm rot="5400000">
            <a:off x="6843723" y="2041557"/>
            <a:ext cx="36036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723BAF8-E591-4685-A7ED-87EDE7396304}"/>
              </a:ext>
            </a:extLst>
          </p:cNvPr>
          <p:cNvSpPr txBox="1"/>
          <p:nvPr/>
        </p:nvSpPr>
        <p:spPr>
          <a:xfrm>
            <a:off x="1389761" y="1642715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2.85 m</a:t>
            </a:r>
            <a:endParaRPr lang="es-PE" sz="2000" b="1" baseline="-250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9365985-BBDD-401A-AF0C-17038027DF28}"/>
              </a:ext>
            </a:extLst>
          </p:cNvPr>
          <p:cNvSpPr txBox="1"/>
          <p:nvPr/>
        </p:nvSpPr>
        <p:spPr>
          <a:xfrm>
            <a:off x="3469425" y="1656125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3.10 m</a:t>
            </a:r>
            <a:endParaRPr lang="es-PE" sz="2000" b="1" baseline="-250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CE2F39E-0D8E-4A36-B9B5-02D1EFA77333}"/>
              </a:ext>
            </a:extLst>
          </p:cNvPr>
          <p:cNvSpPr txBox="1"/>
          <p:nvPr/>
        </p:nvSpPr>
        <p:spPr>
          <a:xfrm>
            <a:off x="5694587" y="1628775"/>
            <a:ext cx="9813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2000" b="1" dirty="0"/>
              <a:t>3.15 m</a:t>
            </a:r>
            <a:endParaRPr lang="es-PE" sz="2000" b="1" baseline="-25000" dirty="0"/>
          </a:p>
        </p:txBody>
      </p:sp>
      <p:sp>
        <p:nvSpPr>
          <p:cNvPr id="35" name="Título 6">
            <a:extLst>
              <a:ext uri="{FF2B5EF4-FFF2-40B4-BE49-F238E27FC236}">
                <a16:creationId xmlns:a16="http://schemas.microsoft.com/office/drawing/2014/main" id="{50710EE8-8E02-49DD-960F-92F478026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93" y="460231"/>
            <a:ext cx="11053987" cy="928654"/>
          </a:xfrm>
        </p:spPr>
        <p:txBody>
          <a:bodyPr/>
          <a:lstStyle/>
          <a:p>
            <a:r>
              <a:rPr lang="es-PE" sz="2400" dirty="0"/>
              <a:t>Trabajo: Calcular los momentos positivos y negativos de la siguiente losa: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5679491-306F-4768-A760-3BFD573F0AC3}"/>
              </a:ext>
            </a:extLst>
          </p:cNvPr>
          <p:cNvSpPr txBox="1"/>
          <p:nvPr/>
        </p:nvSpPr>
        <p:spPr>
          <a:xfrm>
            <a:off x="951771" y="2807028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b="1" dirty="0"/>
              <a:t>PERCY </a:t>
            </a:r>
          </a:p>
          <a:p>
            <a:pPr algn="ctr"/>
            <a:r>
              <a:rPr lang="es-MX" b="1" dirty="0"/>
              <a:t>RODRIGUEZ</a:t>
            </a:r>
            <a:endParaRPr lang="es-PE" b="1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5738840A-2581-4C01-A96B-6C32D612C318}"/>
              </a:ext>
            </a:extLst>
          </p:cNvPr>
          <p:cNvSpPr txBox="1"/>
          <p:nvPr/>
        </p:nvSpPr>
        <p:spPr>
          <a:xfrm>
            <a:off x="3083918" y="2791811"/>
            <a:ext cx="10230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b="1" dirty="0"/>
              <a:t>RICARDO</a:t>
            </a:r>
            <a:endParaRPr lang="es-PE" b="1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1E3160C-458C-4E5E-B0D9-9421F60DFC82}"/>
              </a:ext>
            </a:extLst>
          </p:cNvPr>
          <p:cNvSpPr txBox="1"/>
          <p:nvPr/>
        </p:nvSpPr>
        <p:spPr>
          <a:xfrm>
            <a:off x="5385695" y="2809700"/>
            <a:ext cx="1002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b="1" dirty="0"/>
              <a:t>WALTER </a:t>
            </a:r>
          </a:p>
          <a:p>
            <a:pPr algn="ctr"/>
            <a:r>
              <a:rPr lang="es-MX" b="1" dirty="0"/>
              <a:t>TTITO</a:t>
            </a:r>
            <a:endParaRPr lang="es-PE" b="1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6917A4D6-0237-4903-B4C4-1CF609CF1F19}"/>
              </a:ext>
            </a:extLst>
          </p:cNvPr>
          <p:cNvSpPr txBox="1"/>
          <p:nvPr/>
        </p:nvSpPr>
        <p:spPr>
          <a:xfrm>
            <a:off x="1077332" y="4345643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b="1" dirty="0"/>
              <a:t>WALTER </a:t>
            </a:r>
          </a:p>
          <a:p>
            <a:pPr algn="ctr"/>
            <a:r>
              <a:rPr lang="es-MX" b="1" dirty="0"/>
              <a:t>MORALES</a:t>
            </a:r>
            <a:endParaRPr lang="es-PE" b="1" dirty="0"/>
          </a:p>
        </p:txBody>
      </p:sp>
    </p:spTree>
    <p:extLst>
      <p:ext uri="{BB962C8B-B14F-4D97-AF65-F5344CB8AC3E}">
        <p14:creationId xmlns:p14="http://schemas.microsoft.com/office/powerpoint/2010/main" val="2107476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>
            <a:spLocks noGrp="1"/>
          </p:cNvSpPr>
          <p:nvPr>
            <p:ph type="title"/>
          </p:nvPr>
        </p:nvSpPr>
        <p:spPr>
          <a:xfrm>
            <a:off x="1974715" y="365126"/>
            <a:ext cx="8821439" cy="744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838200" y="1357744"/>
            <a:ext cx="10515600" cy="4819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76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4134</TotalTime>
  <Words>1917</Words>
  <Application>Microsoft Office PowerPoint</Application>
  <PresentationFormat>Panorámica</PresentationFormat>
  <Paragraphs>541</Paragraphs>
  <Slides>49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4" baseType="lpstr">
      <vt:lpstr>Arial</vt:lpstr>
      <vt:lpstr>Calibri</vt:lpstr>
      <vt:lpstr>Cambria</vt:lpstr>
      <vt:lpstr>Cambria Math</vt:lpstr>
      <vt:lpstr>Tema de Office</vt:lpstr>
      <vt:lpstr>Presentación de PowerPoint</vt:lpstr>
      <vt:lpstr>Método del ACI para elementos tipo PLACA (Losas en dos sentidos)</vt:lpstr>
      <vt:lpstr>PROPOSITO</vt:lpstr>
      <vt:lpstr>Análisis de elemento tipo placa: LOSAS</vt:lpstr>
      <vt:lpstr>Análisis de elemento tipo placa: LOSAS</vt:lpstr>
      <vt:lpstr>Análisis de elemento tipo placa: LOSAS</vt:lpstr>
      <vt:lpstr>Análisis de elemento tipo placa: LOSAS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Análisis de elemento tipo placa: LOSAS – Método de Coeficientes del ACI</vt:lpstr>
      <vt:lpstr>Trabajo: Calcular los momentos positivos y negativos de la siguiente losa:</vt:lpstr>
      <vt:lpstr>Trabajo: Calcular los momentos positivos y negativos de la siguiente losa:</vt:lpstr>
      <vt:lpstr>Trabajo: Calcular los momentos positivos y negativos de la siguiente losa:</vt:lpstr>
      <vt:lpstr>Trabajo: Calcular los momentos positivos y negativos de la siguiente losa: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Alain Elvis Alanoca Aragón</cp:lastModifiedBy>
  <cp:revision>79</cp:revision>
  <cp:lastPrinted>2021-09-18T17:50:38Z</cp:lastPrinted>
  <dcterms:modified xsi:type="dcterms:W3CDTF">2026-04-06T20:49:57Z</dcterms:modified>
</cp:coreProperties>
</file>